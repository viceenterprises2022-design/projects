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062412"/>
            <a:ext cx="1709928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510"/>
              </a:lnSpc>
              <a:buNone/>
            </a:pPr>
            <a:r>
              <a:rPr lang="en-US" sz="39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Pinaka: The AI Agent Security Control Plane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62000" y="4891088"/>
            <a:ext cx="914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Pinaka discovers every AI agent, attests its identity, and controls every tool call via MCP-native policy, mapping all actions to compliance without moving customer data.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2000" y="5576888"/>
            <a:ext cx="97536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One control plane for AI agents: identity, posture, and runtime enforcement for non-human actors.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Think "Okta + Zscaler for AI agents" across clouds, models, and frameworks.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086225"/>
            <a:ext cx="1709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Why Now: The Agentic Security Gap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4772025"/>
            <a:ext cx="975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AI agents have moved from demos to production; CISOs must secure non-human actors, not just users and endpoints.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&gt;80% of teams are past planning, but ~14% have full security approval and fewer than half of agents are monitored.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Gartner expects AI security platforms in &gt;50% of enterprises by 2028, up from &lt;10% in 2025.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086225"/>
            <a:ext cx="1709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Our Wedge: MCP-Native Runtime Control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4772025"/>
            <a:ext cx="975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Market is crowded with AI governance dashboards and point tools, but almost nobody operates at the protocol layer where agents act.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Pinaka focuses on the MCP gateway + cryptographic agent identity + federated discovery and AISPM.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Model-agnostic, framework-agnostic, zero-data-migration: we operate on metadata and identity, ideal for EU AI Act and regulated buyers.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200525"/>
            <a:ext cx="1709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Category Already Validated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4886325"/>
            <a:ext cx="9753600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7AI raised a ~$130M Series A at ~700M valuation in &lt;1 year, the largest cybersecurity A-round ever.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Fortune 500 deployments show hours-to-minutes MTTR and up to 95–99% false-positive reduction.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Billions have flowed into agentic SOC, AI agent protection, MCP security, and governance startups; budgets are real and urgent.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086225"/>
            <a:ext cx="1709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Upside: New Layer in the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4772025"/>
            <a:ext cx="9753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Endpoint in 2010 and SASE in 2016: we see AI agent security as the next platform category.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Pinaka is already architected as a platform: discovery, AISPM scoring, OPA policy engine, inline MCP gateway, HITL workflows, compliance mapping.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Wedge alone supports a path to 40–80 enterprise customers at $100–250K ARR in 3 years (≈$4–20M ARR) before broader expansion.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695700"/>
            <a:ext cx="1709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Risks We're Clear-Eyed About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4381500"/>
            <a:ext cx="975360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Category fragmentation:</a:t>
            </a:r>
            <a:pPr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AISPM, AI governance, MCP security, agentic SOC; we own the runtime/protocol layer these platforms depend on.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Incumbent response:</a:t>
            </a:r>
            <a:pPr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hyperscalers will ship basic guardrails; we focus on cross-cloud, cross-model agent and MCP control above any one SIEM or cloud.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GTM friction:</a:t>
            </a:r>
            <a:pPr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new budget line and evolving RFPs; we land with fast, paid discovery/posture assessments, then expand into enforcement and compliance packs.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Technical/ROI risk:</a:t>
            </a:r>
            <a:pPr indent="0" marL="0">
              <a:lnSpc>
                <a:spcPts val="135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 non-deterministic agents are hard; we borrow proven infra patterns (OPA, append-only audit, identity-first, fail-secure) to make guarantees reasoned, not black-box.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924300"/>
            <a:ext cx="1709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3000" b="1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Use of Funds &amp; Near-Term Milestones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2000" y="4610100"/>
            <a:ext cx="97536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Harden MCP gateway and identity pipeline with 10–15 lighthouse customers in regulated and AI-heavy enterprises.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Build connectors and compliance packs for the 2–3 highest-value ecosystems.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Prove a repeatable discovery → enforcement → compliance sales motion.</a:t>
            </a:r>
            <a:endParaRPr lang="en-US" sz="1500" dirty="0"/>
          </a:p>
          <a:p>
            <a:pPr marL="342900" indent="-342900">
              <a:lnSpc>
                <a:spcPts val="1350"/>
              </a:lnSpc>
              <a:buSzPct val="100000"/>
              <a:buChar char="•"/>
            </a:pPr>
            <a:r>
              <a:rPr lang="en-US" sz="1500" dirty="0">
                <a:solidFill>
                  <a:srgbClr val="E5E7EB"/>
                </a:solidFill>
                <a:latin typeface="system-ui" pitchFamily="34" charset="0"/>
                <a:ea typeface="system-ui" pitchFamily="34" charset="-122"/>
                <a:cs typeface="system-ui" pitchFamily="34" charset="-120"/>
              </a:rPr>
              <a:t>Success justifies a true platform-scale Series A/B; if we miss, adoption, expansion, and enforcement attach metrics reveal it early.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2026-04-07T04:28:05Z</dcterms:created>
  <dcterms:modified xsi:type="dcterms:W3CDTF">2026-04-07T04:28:05Z</dcterms:modified>
</cp:coreProperties>
</file>