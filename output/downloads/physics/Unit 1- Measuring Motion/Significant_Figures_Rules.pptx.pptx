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Rules of Significant Figures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 the basics of precision in measurements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1: Non-Zero Digits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non-zero digits are significant.</a:t>
            </a:r>
          </a:p>
          <a:p>
            <a:r>
              <a:t>Example: 123 → 3 sig figs</a:t>
            </a:r>
          </a:p>
          <a:p>
            <a:r>
              <a:t>45.67 → 4 sig figs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2: Zeros Between Digits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Zeros between non-zero digits are significant.</a:t>
            </a:r>
          </a:p>
          <a:p>
            <a:r>
              <a:t>Example: 102 → 3 sig figs</a:t>
            </a:r>
          </a:p>
          <a:p>
            <a:r>
              <a:t>1002 → 4 sig figs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3: Leading Zeros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Leading zeros are not significant.</a:t>
            </a:r>
          </a:p>
          <a:p>
            <a:r>
              <a:t>Example: 0.007 → 1 sig fig</a:t>
            </a:r>
          </a:p>
          <a:p>
            <a:r>
              <a:t>0.00405 → 3 sig figs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4: Trailing Zeros (Decimal)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Trailing zeros after a decimal point are significant.</a:t>
            </a:r>
          </a:p>
          <a:p>
            <a:r>
              <a:t>Example: 45.00 → 4 sig figs</a:t>
            </a:r>
          </a:p>
          <a:p>
            <a:r>
              <a:t>3.1400 → 5 sig figs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5: Trailing Zeros (Whole Number)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Trailing zeros in whole numbers without a decimal are not significant unless specified.</a:t>
            </a:r>
          </a:p>
          <a:p>
            <a:r>
              <a:t>Example: 1200 → 2 sig figs</a:t>
            </a:r>
          </a:p>
          <a:p>
            <a:r>
              <a:t>1200. → 4 sig figs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Bonus: Scientific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Scientific notation always shows only the significant figures.</a:t>
            </a:r>
          </a:p>
          <a:p>
            <a:r>
              <a:t>Example: 4.50 × 10² → 3 sig figs</a:t>
            </a:r>
          </a:p>
          <a:p>
            <a:r>
              <a:t>7.00 × 10⁻³ → 3 sig figs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Rules of Significant Figures</vt:lpstr>
      <vt:lpstr>Rule 1: Non-Zero Digits</vt:lpstr>
      <vt:lpstr>Rule 2: Zeros Between Digits</vt:lpstr>
      <vt:lpstr>Rule 3: Leading Zeros</vt:lpstr>
      <vt:lpstr>Rule 4: Trailing Zeros (Decimal)</vt:lpstr>
      <vt:lpstr>Rule 5: Trailing Zeros (Whole Number)</vt:lpstr>
      <vt:lpstr>Bonus: Scientific Notation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Gokul Raj R</cp:lastModifiedBy>
  <cp:revision>1</cp:revision>
  <dcterms:created xsi:type="dcterms:W3CDTF">2013-01-27T09:14:16Z</dcterms:created>
  <dcterms:modified xsi:type="dcterms:W3CDTF">2025-08-03T18:11:47Z</dcterms:modified>
  <cp:category/>
</cp:coreProperties>
</file>