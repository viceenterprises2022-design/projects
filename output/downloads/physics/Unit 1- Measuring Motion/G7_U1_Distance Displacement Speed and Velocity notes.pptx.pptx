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7"/>
  </p:notesMasterIdLst>
  <p:handoutMasterIdLst>
    <p:handoutMasterId r:id="rId28"/>
  </p:handout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80" r:id="rId18"/>
    <p:sldId id="281" r:id="rId19"/>
    <p:sldId id="276" r:id="rId20"/>
    <p:sldId id="278" r:id="rId21"/>
    <p:sldId id="277" r:id="rId22"/>
    <p:sldId id="275" r:id="rId23"/>
    <p:sldId id="279" r:id="rId24"/>
    <p:sldId id="282" r:id="rId25"/>
    <p:sldId id="283" r:id="rId2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2C79C-E7F0-3D64-7612-D1C23FB9CAE6}" v="16" dt="2023-08-29T06:36:22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9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3B5A40-9B84-F274-062D-6D0F63F3FB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B8E1C-F804-0650-5FB9-B2A60B9644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 smtClean="0"/>
            </a:lvl1pPr>
          </a:lstStyle>
          <a:p>
            <a:pPr>
              <a:defRPr/>
            </a:pPr>
            <a:fld id="{A4CE4990-8244-4F4A-9479-B14CA580912D}" type="datetimeFigureOut">
              <a:rPr lang="en-US"/>
              <a:pPr>
                <a:defRPr/>
              </a:pPr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6D0B8-1644-586F-539A-56734EC831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356AC-58E9-4F25-2C8E-2DEFECF669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C91B15D-8F3C-B34F-9A64-2E5CE8A5A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E8E03F-3C13-60D2-A3F0-C45F983593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2E5C9-A447-FE63-B106-9E9C3F1614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 smtClean="0"/>
            </a:lvl1pPr>
          </a:lstStyle>
          <a:p>
            <a:pPr>
              <a:defRPr/>
            </a:pPr>
            <a:fld id="{8C9A841C-F579-C341-B2D4-9C2C62B9F588}" type="datetimeFigureOut">
              <a:rPr lang="en-US"/>
              <a:pPr>
                <a:defRPr/>
              </a:pPr>
              <a:t>8/5/2025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DA41DF-1528-3EC5-B79D-82CAED38A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704B99B-F32A-87E1-E305-F7196D9B9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A56F4-AD82-AD00-CE32-9A1D5DE169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90387-268C-A7D3-3962-A87A19C74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3CD56-3020-EB45-8CEF-7A5064605DD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8A3BDDC-1BF7-DA5C-82B4-3F0A253619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73246A15-F2B7-7834-5B1D-DFDEE0D3C3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BDF5E7CB-ACEC-9F40-8B8A-3F46F9900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971317-EC4D-6645-9AD6-5A9356EC318F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E6132C70-E5B2-FEDE-BE77-200AE4F68F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C5CAF0AF-9C11-60BB-2E7F-59FD26315A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1FD0AE03-0CCB-7904-BB90-B2ADC10C7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62AE02-3B1B-A64E-8C25-B772D9A6772A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4447BDC5-1005-40FA-3924-BB93B7D2B4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4F7B889C-181F-728D-6658-2F99F2144C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F6044234-3BA2-DF07-7A78-9C118FA03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70B7E6-D7E7-7F4E-82D7-6A1140919EEE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62DB040-F20E-D44E-8204-C015822463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709D9CC-E215-E0AB-CD8D-FAC2FCB14D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671B2652-A0E7-108E-5B9B-5B05962D0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A4485A-76BC-5A46-9E77-FCEE80019E99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13180CA3-B034-D2B4-F9E4-D583BF0DC3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7C5E6AFD-A5FF-93AE-4B2C-941711D877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DDF686D1-5CC1-A971-B84B-444370BB7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D0C1C7-2805-DF4F-8381-D9760A641649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7CBAAF43-6112-4CBF-8DEB-D406CED1C6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BAE480E-ECC0-B662-525A-A3DE9C780B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34D1CC48-420E-2D0A-30C2-98FD912BC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191588-A87B-2947-A9A0-074E32178549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7CC5BF28-CAEA-5FAA-79BF-290B1975A8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92F653D6-494C-A294-6280-7E6F7B182D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8B27AD05-D0EF-C049-E03E-0FEDA4FA1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C3E0DD-7304-704C-B485-06D6C8BA24A1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086539B7-5B5C-C8C7-4A40-65AD2C0D40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9FC419FF-C9F2-0690-E7CD-7EB8C2F21F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1010E2CA-CF99-AB3C-099E-139535781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052947-EC8B-0346-B086-689BB49C2C8A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354AADC1-BB4C-CFD9-4A33-7E4B108536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AB2B685D-8746-4CD3-5465-349153F75F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E82DEEF-CE8C-B8A4-4271-D4594B00E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98BF1A-CC92-1447-9F99-BB34FB2FD980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CEBD3847-BF71-0DBA-543C-FFBFBE2CDD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0EFD4C0F-6828-47F1-D84D-BA84229C2F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A1F0F43-1C79-AA37-F1E8-02249EAC1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4AAEE6-7F1C-EF4D-ADC6-8ABADAB36F1A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98DE4202-640E-CB5F-D8DC-0640E69B80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AFC22E96-2742-6F63-387F-BF2A001AE7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22E7FBE0-A5E6-6430-6DF0-377B3098A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875405-A233-514D-81B5-F3B585CDA4B5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D882B2BE-C279-C6B2-234F-5CC4DBB1E9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0EAA9E40-D733-C9A0-E9CC-66837B9B1C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6BA0E04C-70F2-25DB-FFDC-C799CB6F0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A44FAD-CB68-514A-9F38-0AE689476ABD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B04F543B-1E82-2D5B-D6D3-9A9145BE36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35528994-813F-7B4B-DDAA-41EED48F61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8D3438E5-B18D-D728-84C6-57BEF3962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B89E5-D746-E245-B2E1-574B57C5ED3B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A4913BAB-B1F8-CA70-69F4-96525EAA26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EBE376D1-B320-0E12-04DB-BB72B8952B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1B6EA6ED-0125-F2E9-DE16-A4E35CBF0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AC2AC8-0F77-D34E-A78E-EBAC5C7CB349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4F156F9C-FD9E-9621-AD7E-829C4F555C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2BC0B84F-AD11-D8B8-40FE-9AC9DE806F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64EC50E8-3CB2-6C0F-FDA3-B08B49208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7F1D4A-E469-5642-BCAA-830EC9380678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10F20BCC-552C-2384-87BD-E04F479155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F8B89CCF-8082-47E5-CDAE-438B4E9BEB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59E4F9B-9930-308A-A689-13F6EEF8C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DFD215-0D9F-544B-AD7D-2C1497462575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0F237C-2B97-D19D-D3C6-7E826F91AC63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CD0E08-AD89-9F3E-CDC8-957E69FDE0B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3349F54-7CB6-FC87-A502-EDDBADA6C5F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875690C-2CE1-FA21-12F8-118AF56ADE4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4E97517-4E30-0263-DD45-17801A0F832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7387781F-EDD2-EE95-0117-5EF3BACFFD1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3CD3E604-92CA-3A9F-9D09-4C588EF1606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2C4925D9-BD9F-80BA-252C-D65286D45D5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24586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C1374D5D-8D38-F85B-5305-5FD7E9619A1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D05E2046-A6C4-7530-15D5-6F964F80FF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E070898-52A6-CCAD-B50A-E6F63FFDCD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3D497-08C7-6B41-961C-34156BC80C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545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19DDEA2-7C5B-C394-04A9-BA221EABC9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FA0C8C1-095F-AC29-8239-1683CE1A0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317F9F-DF43-406B-ED7C-837195FEF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4A63B-9517-1945-9304-9CC6028F8D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08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F15EFCE-CFD8-9711-E808-977E2833D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CA3829F-4D3D-D439-50E7-EFDFD2B9E6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EE6ABA8-94BA-DE4A-6357-BB3BCF8698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BB8D4F-7A63-924D-9259-D9AD47BA8C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58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9696A57-85E0-CB6A-DAA5-BB44046584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790AEC0-90BD-DF51-5B51-4A18ABCE18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0E6B65DE-BD7B-4595-1550-57802C8336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B5CC55-DC96-D54E-A6A4-40A32CC9A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55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2965611-F8AD-FF6C-FC16-D424B2CA1F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2CF6271-A26C-9305-5B55-B9845418A9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4132DDEF-75BE-C2CA-172E-21CACBC658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6C773-5249-644D-8E61-62DEDAF2CF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13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1CF90A9-45E6-3E74-E754-E965A9DDB1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0DE26D5-B58E-39B0-88DF-F81380BE83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B5778055-0728-E97D-9471-092CBCEFB5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A909C0-E071-2F47-95EF-C4905CC4BA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38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1DBB4ADF-E69F-864D-BD74-71A0C8576C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EDF43EA-AE7D-B5B4-C1C0-649D5DBA54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C76DF6AB-0818-2ED6-4806-03B28C748D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61ED1D-40DD-C64E-AB5A-3D90A20491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78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411C5B0-7263-7483-44FD-8E0859A28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9FDE024-2043-4516-6FAB-C384BE01B0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AE68C0B4-4EAF-AA25-EB28-CE259EDE70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4801E7-0731-3946-9E7F-3D7C8C1F68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76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2378437-B6FD-CCD2-89EB-0A496012D3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159A8A-48B6-31CA-A8F0-65F7C8369A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095ACCB7-F0FF-364D-A8C2-FA1D20FE9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B89CB6-D9A6-614D-87F4-2EDF06EC46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711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C1E3EAB-7071-94F3-1CA9-1D4338390A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1058E49-0B1C-1ECE-BE22-26E4B269BD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D0ACEB9-CC18-F152-4DDD-664C70C17F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8134B1-3923-8247-B711-7A22EC0438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1753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B81D084-B9B6-3FAF-AA81-2AA436E140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A7FC976-9D0C-3D80-C162-DE730E165A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4589572-B282-90EC-2750-2F30353A30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9639CD-21E1-FA4A-98D3-3EB509CD6A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6911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7803DA-DD9C-E1DC-1EE8-1F6966831E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BFDD93C-A37B-C417-6A29-7CABAB6246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31A2D9EB-D2BD-34EE-F6F1-EE57C9F6EF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72CF56-2DA3-9940-9190-FA3C3B18D1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428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3A0E365-E5AB-4F94-CE49-7D2987E8FE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E5C1EF7-D250-44E1-FB6F-C90BC508A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2AE88519-3ECF-C7A9-1E8C-9DE3749830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399CDA-9C74-D44C-9C81-F020329B5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0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40987433-DD1C-9880-BDBD-545D7BB296C6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23555" name="Freeform 3">
              <a:extLst>
                <a:ext uri="{FF2B5EF4-FFF2-40B4-BE49-F238E27FC236}">
                  <a16:creationId xmlns:a16="http://schemas.microsoft.com/office/drawing/2014/main" id="{DE27F854-A467-3AED-7C57-5D829171991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56" name="Freeform 4">
              <a:extLst>
                <a:ext uri="{FF2B5EF4-FFF2-40B4-BE49-F238E27FC236}">
                  <a16:creationId xmlns:a16="http://schemas.microsoft.com/office/drawing/2014/main" id="{704896A0-F9A7-F1DC-C3F4-2E44FD8512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57" name="Freeform 5">
              <a:extLst>
                <a:ext uri="{FF2B5EF4-FFF2-40B4-BE49-F238E27FC236}">
                  <a16:creationId xmlns:a16="http://schemas.microsoft.com/office/drawing/2014/main" id="{C4040839-52EE-DB9E-0948-F2578D2C634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58" name="Freeform 6">
              <a:extLst>
                <a:ext uri="{FF2B5EF4-FFF2-40B4-BE49-F238E27FC236}">
                  <a16:creationId xmlns:a16="http://schemas.microsoft.com/office/drawing/2014/main" id="{E4EEEC16-38E3-0D96-6728-26A1C8CD077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63EFCDC4-7438-12CD-D049-07601EA3F5C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7" name="Oval 8">
              <a:extLst>
                <a:ext uri="{FF2B5EF4-FFF2-40B4-BE49-F238E27FC236}">
                  <a16:creationId xmlns:a16="http://schemas.microsoft.com/office/drawing/2014/main" id="{23958118-97E4-F26A-7B1C-014D94B3B8B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8" name="Oval 9">
              <a:extLst>
                <a:ext uri="{FF2B5EF4-FFF2-40B4-BE49-F238E27FC236}">
                  <a16:creationId xmlns:a16="http://schemas.microsoft.com/office/drawing/2014/main" id="{7B8DBA78-392B-FC76-B893-EF798E94B5B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D5F3F0F8-CEC8-2CC5-F1F6-008CA75BC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496AEA41-4599-9D2B-CF85-49C5E5E966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76281669-8ECF-CF6C-8D6A-18338F344F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302DF5CE-60D1-233B-BED2-D023142E4F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FB1D8752-D2AC-BE5A-2257-FF1305567D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E4A5606B-F15B-5A40-AAAD-90164613B7B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0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456E4DA-64B5-5E68-2043-809EF8BAD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800"/>
              <a:t>Distance, Displacement, Speed, and Velocity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529DAD4-5FCC-A852-E7B1-CA54E67FF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Distance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0F176A2-52CA-A6B4-8599-7A57D225F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Distance (d) – how far an object travels.</a:t>
            </a:r>
          </a:p>
          <a:p>
            <a:pPr lvl="1" eaLnBrk="1" hangingPunct="1">
              <a:defRPr/>
            </a:pPr>
            <a:r>
              <a:rPr lang="en-US" altLang="en-US"/>
              <a:t>Does </a:t>
            </a:r>
            <a:r>
              <a:rPr lang="en-US" altLang="en-US" i="1"/>
              <a:t>not</a:t>
            </a:r>
            <a:r>
              <a:rPr lang="en-US" altLang="en-US"/>
              <a:t> depend on direction.</a:t>
            </a:r>
          </a:p>
          <a:p>
            <a:pPr eaLnBrk="1" hangingPunct="1">
              <a:defRPr/>
            </a:pPr>
            <a:r>
              <a:rPr lang="en-US" altLang="en-US"/>
              <a:t>Imagine an ant crawling along a ruler.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What </a:t>
            </a:r>
            <a:r>
              <a:rPr lang="en-US" altLang="en-US" i="1"/>
              <a:t>distance</a:t>
            </a:r>
            <a:r>
              <a:rPr lang="en-US" altLang="en-US"/>
              <a:t> did the ant travel?</a:t>
            </a:r>
          </a:p>
          <a:p>
            <a:pPr lvl="1" eaLnBrk="1" hangingPunct="1">
              <a:defRPr/>
            </a:pPr>
            <a:r>
              <a:rPr lang="en-US" altLang="en-US"/>
              <a:t>d = 3 cm</a:t>
            </a:r>
          </a:p>
        </p:txBody>
      </p:sp>
      <p:grpSp>
        <p:nvGrpSpPr>
          <p:cNvPr id="7172" name="Group 145">
            <a:extLst>
              <a:ext uri="{FF2B5EF4-FFF2-40B4-BE49-F238E27FC236}">
                <a16:creationId xmlns:a16="http://schemas.microsoft.com/office/drawing/2014/main" id="{43339BE8-E347-D02A-B69F-46066696FDF6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505200"/>
            <a:ext cx="8763000" cy="1981200"/>
            <a:chOff x="96" y="2208"/>
            <a:chExt cx="5520" cy="1248"/>
          </a:xfrm>
        </p:grpSpPr>
        <p:sp>
          <p:nvSpPr>
            <p:cNvPr id="7175" name="Rectangle 5">
              <a:extLst>
                <a:ext uri="{FF2B5EF4-FFF2-40B4-BE49-F238E27FC236}">
                  <a16:creationId xmlns:a16="http://schemas.microsoft.com/office/drawing/2014/main" id="{FD1B2987-E2B7-BCE2-D0B3-8F9374E96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208"/>
              <a:ext cx="5520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7176" name="Rectangle 6">
              <a:extLst>
                <a:ext uri="{FF2B5EF4-FFF2-40B4-BE49-F238E27FC236}">
                  <a16:creationId xmlns:a16="http://schemas.microsoft.com/office/drawing/2014/main" id="{6FEAD9F2-B69B-114B-C3C5-B496A6F65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736"/>
              <a:ext cx="5520" cy="7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7177" name="Group 19">
              <a:extLst>
                <a:ext uri="{FF2B5EF4-FFF2-40B4-BE49-F238E27FC236}">
                  <a16:creationId xmlns:a16="http://schemas.microsoft.com/office/drawing/2014/main" id="{B2E7CCEF-D591-8629-B34B-F07CDD29F0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736"/>
              <a:ext cx="4800" cy="240"/>
              <a:chOff x="336" y="2640"/>
              <a:chExt cx="4800" cy="144"/>
            </a:xfrm>
          </p:grpSpPr>
          <p:sp>
            <p:nvSpPr>
              <p:cNvPr id="7300" name="Line 7">
                <a:extLst>
                  <a:ext uri="{FF2B5EF4-FFF2-40B4-BE49-F238E27FC236}">
                    <a16:creationId xmlns:a16="http://schemas.microsoft.com/office/drawing/2014/main" id="{5EDDF8F2-AC16-94E8-357A-2B6CE7319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1" name="Line 8">
                <a:extLst>
                  <a:ext uri="{FF2B5EF4-FFF2-40B4-BE49-F238E27FC236}">
                    <a16:creationId xmlns:a16="http://schemas.microsoft.com/office/drawing/2014/main" id="{602FE7A3-9515-EEDC-F825-B352C563C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2" name="Line 9">
                <a:extLst>
                  <a:ext uri="{FF2B5EF4-FFF2-40B4-BE49-F238E27FC236}">
                    <a16:creationId xmlns:a16="http://schemas.microsoft.com/office/drawing/2014/main" id="{4288F915-BC43-9F45-58A2-10A40773D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3" name="Line 10">
                <a:extLst>
                  <a:ext uri="{FF2B5EF4-FFF2-40B4-BE49-F238E27FC236}">
                    <a16:creationId xmlns:a16="http://schemas.microsoft.com/office/drawing/2014/main" id="{193059EF-FFA2-534D-AFB0-BA296D7CAB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4" name="Line 11">
                <a:extLst>
                  <a:ext uri="{FF2B5EF4-FFF2-40B4-BE49-F238E27FC236}">
                    <a16:creationId xmlns:a16="http://schemas.microsoft.com/office/drawing/2014/main" id="{951E40B1-19E3-E820-A106-0E6864E0E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5" name="Line 12">
                <a:extLst>
                  <a:ext uri="{FF2B5EF4-FFF2-40B4-BE49-F238E27FC236}">
                    <a16:creationId xmlns:a16="http://schemas.microsoft.com/office/drawing/2014/main" id="{9E0AD8EF-2DD8-39AE-B4C6-04603D745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6" name="Line 13">
                <a:extLst>
                  <a:ext uri="{FF2B5EF4-FFF2-40B4-BE49-F238E27FC236}">
                    <a16:creationId xmlns:a16="http://schemas.microsoft.com/office/drawing/2014/main" id="{D57E527F-FA37-07E4-6327-1D16D52F7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7" name="Line 14">
                <a:extLst>
                  <a:ext uri="{FF2B5EF4-FFF2-40B4-BE49-F238E27FC236}">
                    <a16:creationId xmlns:a16="http://schemas.microsoft.com/office/drawing/2014/main" id="{51B23597-F27E-D7A6-EDED-28E53DB55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8" name="Line 15">
                <a:extLst>
                  <a:ext uri="{FF2B5EF4-FFF2-40B4-BE49-F238E27FC236}">
                    <a16:creationId xmlns:a16="http://schemas.microsoft.com/office/drawing/2014/main" id="{5BBCF2CA-2F5E-E9DB-5402-DF5879A3B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9" name="Line 16">
                <a:extLst>
                  <a:ext uri="{FF2B5EF4-FFF2-40B4-BE49-F238E27FC236}">
                    <a16:creationId xmlns:a16="http://schemas.microsoft.com/office/drawing/2014/main" id="{5EE7B79D-C7BA-EE47-395C-B50E00DE26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0" name="Line 17">
                <a:extLst>
                  <a:ext uri="{FF2B5EF4-FFF2-40B4-BE49-F238E27FC236}">
                    <a16:creationId xmlns:a16="http://schemas.microsoft.com/office/drawing/2014/main" id="{DB094E48-CE1B-5F4B-C797-3B28FDF94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8" name="Group 30">
              <a:extLst>
                <a:ext uri="{FF2B5EF4-FFF2-40B4-BE49-F238E27FC236}">
                  <a16:creationId xmlns:a16="http://schemas.microsoft.com/office/drawing/2014/main" id="{9CD63412-DF81-3DEE-4989-59D2A34E2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736"/>
              <a:ext cx="384" cy="192"/>
              <a:chOff x="384" y="2640"/>
              <a:chExt cx="384" cy="192"/>
            </a:xfrm>
          </p:grpSpPr>
          <p:sp>
            <p:nvSpPr>
              <p:cNvPr id="7291" name="Line 20">
                <a:extLst>
                  <a:ext uri="{FF2B5EF4-FFF2-40B4-BE49-F238E27FC236}">
                    <a16:creationId xmlns:a16="http://schemas.microsoft.com/office/drawing/2014/main" id="{E74347B0-7FCB-BC8F-E2E4-3885871ED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2" name="Line 21">
                <a:extLst>
                  <a:ext uri="{FF2B5EF4-FFF2-40B4-BE49-F238E27FC236}">
                    <a16:creationId xmlns:a16="http://schemas.microsoft.com/office/drawing/2014/main" id="{BD4C31A8-9BA7-D314-1E97-56DDD23B4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3" name="Line 22">
                <a:extLst>
                  <a:ext uri="{FF2B5EF4-FFF2-40B4-BE49-F238E27FC236}">
                    <a16:creationId xmlns:a16="http://schemas.microsoft.com/office/drawing/2014/main" id="{1D293AE7-348A-CB58-7EBF-F6AA64046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4" name="Line 23">
                <a:extLst>
                  <a:ext uri="{FF2B5EF4-FFF2-40B4-BE49-F238E27FC236}">
                    <a16:creationId xmlns:a16="http://schemas.microsoft.com/office/drawing/2014/main" id="{0ADF058F-15E1-B4B3-E2CB-CD2829C04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5" name="Line 24">
                <a:extLst>
                  <a:ext uri="{FF2B5EF4-FFF2-40B4-BE49-F238E27FC236}">
                    <a16:creationId xmlns:a16="http://schemas.microsoft.com/office/drawing/2014/main" id="{0230284C-C2CC-85A5-7DDC-3DAAF6F3A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6" name="Line 25">
                <a:extLst>
                  <a:ext uri="{FF2B5EF4-FFF2-40B4-BE49-F238E27FC236}">
                    <a16:creationId xmlns:a16="http://schemas.microsoft.com/office/drawing/2014/main" id="{178948CA-1F1B-2022-E12D-A025A788C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7" name="Line 26">
                <a:extLst>
                  <a:ext uri="{FF2B5EF4-FFF2-40B4-BE49-F238E27FC236}">
                    <a16:creationId xmlns:a16="http://schemas.microsoft.com/office/drawing/2014/main" id="{652AF72C-A81B-BF31-CFBA-0132B75D5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8" name="Line 27">
                <a:extLst>
                  <a:ext uri="{FF2B5EF4-FFF2-40B4-BE49-F238E27FC236}">
                    <a16:creationId xmlns:a16="http://schemas.microsoft.com/office/drawing/2014/main" id="{C37DBA26-7570-5831-AF00-B05977726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9" name="Line 28">
                <a:extLst>
                  <a:ext uri="{FF2B5EF4-FFF2-40B4-BE49-F238E27FC236}">
                    <a16:creationId xmlns:a16="http://schemas.microsoft.com/office/drawing/2014/main" id="{2BDA17BC-2ABB-EF7A-AA57-31AB2FCCD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9" name="Group 31">
              <a:extLst>
                <a:ext uri="{FF2B5EF4-FFF2-40B4-BE49-F238E27FC236}">
                  <a16:creationId xmlns:a16="http://schemas.microsoft.com/office/drawing/2014/main" id="{A4457C78-24C8-0EBE-C05B-99F1600F0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736"/>
              <a:ext cx="384" cy="192"/>
              <a:chOff x="384" y="2640"/>
              <a:chExt cx="384" cy="192"/>
            </a:xfrm>
          </p:grpSpPr>
          <p:sp>
            <p:nvSpPr>
              <p:cNvPr id="7282" name="Line 32">
                <a:extLst>
                  <a:ext uri="{FF2B5EF4-FFF2-40B4-BE49-F238E27FC236}">
                    <a16:creationId xmlns:a16="http://schemas.microsoft.com/office/drawing/2014/main" id="{32DF334B-5049-FCF3-3E70-6B05A5F35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3" name="Line 33">
                <a:extLst>
                  <a:ext uri="{FF2B5EF4-FFF2-40B4-BE49-F238E27FC236}">
                    <a16:creationId xmlns:a16="http://schemas.microsoft.com/office/drawing/2014/main" id="{E9EE432F-748F-BC5F-CC6C-B5585D2E2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4" name="Line 34">
                <a:extLst>
                  <a:ext uri="{FF2B5EF4-FFF2-40B4-BE49-F238E27FC236}">
                    <a16:creationId xmlns:a16="http://schemas.microsoft.com/office/drawing/2014/main" id="{C1B52311-034D-9188-8C41-D7F777E87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5" name="Line 35">
                <a:extLst>
                  <a:ext uri="{FF2B5EF4-FFF2-40B4-BE49-F238E27FC236}">
                    <a16:creationId xmlns:a16="http://schemas.microsoft.com/office/drawing/2014/main" id="{AB4573D6-C40B-FF16-40A2-EEAD8B5843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6" name="Line 36">
                <a:extLst>
                  <a:ext uri="{FF2B5EF4-FFF2-40B4-BE49-F238E27FC236}">
                    <a16:creationId xmlns:a16="http://schemas.microsoft.com/office/drawing/2014/main" id="{E1BE0DAD-9088-3209-E9BE-BE035389D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7" name="Line 37">
                <a:extLst>
                  <a:ext uri="{FF2B5EF4-FFF2-40B4-BE49-F238E27FC236}">
                    <a16:creationId xmlns:a16="http://schemas.microsoft.com/office/drawing/2014/main" id="{1826B98B-41C6-FF78-1E30-F1B592DC8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8" name="Line 38">
                <a:extLst>
                  <a:ext uri="{FF2B5EF4-FFF2-40B4-BE49-F238E27FC236}">
                    <a16:creationId xmlns:a16="http://schemas.microsoft.com/office/drawing/2014/main" id="{A1FC9EB9-CF5B-55D5-44CB-841AD7F6F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9" name="Line 39">
                <a:extLst>
                  <a:ext uri="{FF2B5EF4-FFF2-40B4-BE49-F238E27FC236}">
                    <a16:creationId xmlns:a16="http://schemas.microsoft.com/office/drawing/2014/main" id="{AA919883-3862-191F-0F5D-9121E5C73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0" name="Line 40">
                <a:extLst>
                  <a:ext uri="{FF2B5EF4-FFF2-40B4-BE49-F238E27FC236}">
                    <a16:creationId xmlns:a16="http://schemas.microsoft.com/office/drawing/2014/main" id="{566A50C0-0B65-A054-20F0-6415E31DC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0" name="Group 41">
              <a:extLst>
                <a:ext uri="{FF2B5EF4-FFF2-40B4-BE49-F238E27FC236}">
                  <a16:creationId xmlns:a16="http://schemas.microsoft.com/office/drawing/2014/main" id="{770E6A9B-D08F-6436-11D9-75A7BA290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736"/>
              <a:ext cx="384" cy="192"/>
              <a:chOff x="384" y="2640"/>
              <a:chExt cx="384" cy="192"/>
            </a:xfrm>
          </p:grpSpPr>
          <p:sp>
            <p:nvSpPr>
              <p:cNvPr id="7273" name="Line 42">
                <a:extLst>
                  <a:ext uri="{FF2B5EF4-FFF2-40B4-BE49-F238E27FC236}">
                    <a16:creationId xmlns:a16="http://schemas.microsoft.com/office/drawing/2014/main" id="{A48E2917-30AF-600A-45F9-54235AF4C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4" name="Line 43">
                <a:extLst>
                  <a:ext uri="{FF2B5EF4-FFF2-40B4-BE49-F238E27FC236}">
                    <a16:creationId xmlns:a16="http://schemas.microsoft.com/office/drawing/2014/main" id="{7BDAA878-F6E1-5C5E-7362-2DC28C655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5" name="Line 44">
                <a:extLst>
                  <a:ext uri="{FF2B5EF4-FFF2-40B4-BE49-F238E27FC236}">
                    <a16:creationId xmlns:a16="http://schemas.microsoft.com/office/drawing/2014/main" id="{F7862673-167E-952F-3F85-1FF69AE88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6" name="Line 45">
                <a:extLst>
                  <a:ext uri="{FF2B5EF4-FFF2-40B4-BE49-F238E27FC236}">
                    <a16:creationId xmlns:a16="http://schemas.microsoft.com/office/drawing/2014/main" id="{2DD0FC37-D5ED-01F0-7457-B4D286031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7" name="Line 46">
                <a:extLst>
                  <a:ext uri="{FF2B5EF4-FFF2-40B4-BE49-F238E27FC236}">
                    <a16:creationId xmlns:a16="http://schemas.microsoft.com/office/drawing/2014/main" id="{DE1D8A34-6133-56C0-A721-1B09BBD42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8" name="Line 47">
                <a:extLst>
                  <a:ext uri="{FF2B5EF4-FFF2-40B4-BE49-F238E27FC236}">
                    <a16:creationId xmlns:a16="http://schemas.microsoft.com/office/drawing/2014/main" id="{4A99E0ED-815C-6E42-336A-047D15060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9" name="Line 48">
                <a:extLst>
                  <a:ext uri="{FF2B5EF4-FFF2-40B4-BE49-F238E27FC236}">
                    <a16:creationId xmlns:a16="http://schemas.microsoft.com/office/drawing/2014/main" id="{BA0E8F16-5E5F-3F34-B8AF-F60C2C810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0" name="Line 49">
                <a:extLst>
                  <a:ext uri="{FF2B5EF4-FFF2-40B4-BE49-F238E27FC236}">
                    <a16:creationId xmlns:a16="http://schemas.microsoft.com/office/drawing/2014/main" id="{E60CB439-3256-B1FC-BC5D-A83A675B6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1" name="Line 50">
                <a:extLst>
                  <a:ext uri="{FF2B5EF4-FFF2-40B4-BE49-F238E27FC236}">
                    <a16:creationId xmlns:a16="http://schemas.microsoft.com/office/drawing/2014/main" id="{81D8B4A8-1859-A6E7-169A-18498F37B4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1" name="Group 51">
              <a:extLst>
                <a:ext uri="{FF2B5EF4-FFF2-40B4-BE49-F238E27FC236}">
                  <a16:creationId xmlns:a16="http://schemas.microsoft.com/office/drawing/2014/main" id="{F2EAAC46-21F2-84A8-8404-A86347D8A7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736"/>
              <a:ext cx="384" cy="192"/>
              <a:chOff x="384" y="2640"/>
              <a:chExt cx="384" cy="192"/>
            </a:xfrm>
          </p:grpSpPr>
          <p:sp>
            <p:nvSpPr>
              <p:cNvPr id="7264" name="Line 52">
                <a:extLst>
                  <a:ext uri="{FF2B5EF4-FFF2-40B4-BE49-F238E27FC236}">
                    <a16:creationId xmlns:a16="http://schemas.microsoft.com/office/drawing/2014/main" id="{A04A73D0-8A8C-3CF6-93F7-E29AD874E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5" name="Line 53">
                <a:extLst>
                  <a:ext uri="{FF2B5EF4-FFF2-40B4-BE49-F238E27FC236}">
                    <a16:creationId xmlns:a16="http://schemas.microsoft.com/office/drawing/2014/main" id="{9E80E5EC-3A06-651A-E553-DB606F5A0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6" name="Line 54">
                <a:extLst>
                  <a:ext uri="{FF2B5EF4-FFF2-40B4-BE49-F238E27FC236}">
                    <a16:creationId xmlns:a16="http://schemas.microsoft.com/office/drawing/2014/main" id="{073B1F7A-E0C9-FCA0-136D-B16A965AC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7" name="Line 55">
                <a:extLst>
                  <a:ext uri="{FF2B5EF4-FFF2-40B4-BE49-F238E27FC236}">
                    <a16:creationId xmlns:a16="http://schemas.microsoft.com/office/drawing/2014/main" id="{3BC8F68D-7E68-E2BC-A37D-C773DA6DC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8" name="Line 56">
                <a:extLst>
                  <a:ext uri="{FF2B5EF4-FFF2-40B4-BE49-F238E27FC236}">
                    <a16:creationId xmlns:a16="http://schemas.microsoft.com/office/drawing/2014/main" id="{70843131-B6B8-A112-899B-D4FF18D54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9" name="Line 57">
                <a:extLst>
                  <a:ext uri="{FF2B5EF4-FFF2-40B4-BE49-F238E27FC236}">
                    <a16:creationId xmlns:a16="http://schemas.microsoft.com/office/drawing/2014/main" id="{E532580C-7BF2-3410-19B5-34CFD9B5F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0" name="Line 58">
                <a:extLst>
                  <a:ext uri="{FF2B5EF4-FFF2-40B4-BE49-F238E27FC236}">
                    <a16:creationId xmlns:a16="http://schemas.microsoft.com/office/drawing/2014/main" id="{67AF5C0D-4D21-CE76-AA61-4C1127EBA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1" name="Line 59">
                <a:extLst>
                  <a:ext uri="{FF2B5EF4-FFF2-40B4-BE49-F238E27FC236}">
                    <a16:creationId xmlns:a16="http://schemas.microsoft.com/office/drawing/2014/main" id="{2658B98C-B3B1-81C1-A69E-4CFCAFE6D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2" name="Line 60">
                <a:extLst>
                  <a:ext uri="{FF2B5EF4-FFF2-40B4-BE49-F238E27FC236}">
                    <a16:creationId xmlns:a16="http://schemas.microsoft.com/office/drawing/2014/main" id="{9A3D8AF6-853B-CE5D-6941-AA7FF4EA7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2" name="Group 61">
              <a:extLst>
                <a:ext uri="{FF2B5EF4-FFF2-40B4-BE49-F238E27FC236}">
                  <a16:creationId xmlns:a16="http://schemas.microsoft.com/office/drawing/2014/main" id="{1E584590-09AC-B587-D599-89EF1D160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736"/>
              <a:ext cx="384" cy="192"/>
              <a:chOff x="384" y="2640"/>
              <a:chExt cx="384" cy="192"/>
            </a:xfrm>
          </p:grpSpPr>
          <p:sp>
            <p:nvSpPr>
              <p:cNvPr id="7255" name="Line 62">
                <a:extLst>
                  <a:ext uri="{FF2B5EF4-FFF2-40B4-BE49-F238E27FC236}">
                    <a16:creationId xmlns:a16="http://schemas.microsoft.com/office/drawing/2014/main" id="{DD491C0A-C717-8E0F-422D-AA7B7A03B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6" name="Line 63">
                <a:extLst>
                  <a:ext uri="{FF2B5EF4-FFF2-40B4-BE49-F238E27FC236}">
                    <a16:creationId xmlns:a16="http://schemas.microsoft.com/office/drawing/2014/main" id="{BC36F579-AB27-506C-575D-E4AAA48715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7" name="Line 64">
                <a:extLst>
                  <a:ext uri="{FF2B5EF4-FFF2-40B4-BE49-F238E27FC236}">
                    <a16:creationId xmlns:a16="http://schemas.microsoft.com/office/drawing/2014/main" id="{835628FA-3604-CB05-9048-8394529D8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8" name="Line 65">
                <a:extLst>
                  <a:ext uri="{FF2B5EF4-FFF2-40B4-BE49-F238E27FC236}">
                    <a16:creationId xmlns:a16="http://schemas.microsoft.com/office/drawing/2014/main" id="{14544347-6081-EDA0-B43F-2A2BB09FD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9" name="Line 66">
                <a:extLst>
                  <a:ext uri="{FF2B5EF4-FFF2-40B4-BE49-F238E27FC236}">
                    <a16:creationId xmlns:a16="http://schemas.microsoft.com/office/drawing/2014/main" id="{C591A54F-DA6F-78D1-0208-AA156AC43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0" name="Line 67">
                <a:extLst>
                  <a:ext uri="{FF2B5EF4-FFF2-40B4-BE49-F238E27FC236}">
                    <a16:creationId xmlns:a16="http://schemas.microsoft.com/office/drawing/2014/main" id="{1A7588DC-0832-8334-9682-F56B3FD36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1" name="Line 68">
                <a:extLst>
                  <a:ext uri="{FF2B5EF4-FFF2-40B4-BE49-F238E27FC236}">
                    <a16:creationId xmlns:a16="http://schemas.microsoft.com/office/drawing/2014/main" id="{1DA15ECF-0519-DAC7-A57E-C77B5E82F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2" name="Line 69">
                <a:extLst>
                  <a:ext uri="{FF2B5EF4-FFF2-40B4-BE49-F238E27FC236}">
                    <a16:creationId xmlns:a16="http://schemas.microsoft.com/office/drawing/2014/main" id="{D6FC55C3-574F-2D21-9E4A-C6D871520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3" name="Line 70">
                <a:extLst>
                  <a:ext uri="{FF2B5EF4-FFF2-40B4-BE49-F238E27FC236}">
                    <a16:creationId xmlns:a16="http://schemas.microsoft.com/office/drawing/2014/main" id="{78F8C5B1-4DB4-F8F6-F3B9-0188DEB70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3" name="Group 71">
              <a:extLst>
                <a:ext uri="{FF2B5EF4-FFF2-40B4-BE49-F238E27FC236}">
                  <a16:creationId xmlns:a16="http://schemas.microsoft.com/office/drawing/2014/main" id="{A84A56E6-F583-9D9A-DE03-91412E4B96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2736"/>
              <a:ext cx="384" cy="192"/>
              <a:chOff x="384" y="2640"/>
              <a:chExt cx="384" cy="192"/>
            </a:xfrm>
          </p:grpSpPr>
          <p:sp>
            <p:nvSpPr>
              <p:cNvPr id="7246" name="Line 72">
                <a:extLst>
                  <a:ext uri="{FF2B5EF4-FFF2-40B4-BE49-F238E27FC236}">
                    <a16:creationId xmlns:a16="http://schemas.microsoft.com/office/drawing/2014/main" id="{C2D6A058-BB7F-14A5-B7AF-95C0A4691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7" name="Line 73">
                <a:extLst>
                  <a:ext uri="{FF2B5EF4-FFF2-40B4-BE49-F238E27FC236}">
                    <a16:creationId xmlns:a16="http://schemas.microsoft.com/office/drawing/2014/main" id="{21AF266F-53C3-90CB-8EB1-418090C85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8" name="Line 74">
                <a:extLst>
                  <a:ext uri="{FF2B5EF4-FFF2-40B4-BE49-F238E27FC236}">
                    <a16:creationId xmlns:a16="http://schemas.microsoft.com/office/drawing/2014/main" id="{BD67AC08-E6A7-B0FD-687E-E8ADE107F9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9" name="Line 75">
                <a:extLst>
                  <a:ext uri="{FF2B5EF4-FFF2-40B4-BE49-F238E27FC236}">
                    <a16:creationId xmlns:a16="http://schemas.microsoft.com/office/drawing/2014/main" id="{B63348D8-238F-7501-1BC8-6C464ADC8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0" name="Line 76">
                <a:extLst>
                  <a:ext uri="{FF2B5EF4-FFF2-40B4-BE49-F238E27FC236}">
                    <a16:creationId xmlns:a16="http://schemas.microsoft.com/office/drawing/2014/main" id="{BDBDF986-587E-B008-5069-6375C445EA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1" name="Line 77">
                <a:extLst>
                  <a:ext uri="{FF2B5EF4-FFF2-40B4-BE49-F238E27FC236}">
                    <a16:creationId xmlns:a16="http://schemas.microsoft.com/office/drawing/2014/main" id="{46E751FF-08C1-81C0-4413-0280CB1EC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2" name="Line 78">
                <a:extLst>
                  <a:ext uri="{FF2B5EF4-FFF2-40B4-BE49-F238E27FC236}">
                    <a16:creationId xmlns:a16="http://schemas.microsoft.com/office/drawing/2014/main" id="{6A052D48-518E-FE0A-AEB5-DBABBFEB0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3" name="Line 79">
                <a:extLst>
                  <a:ext uri="{FF2B5EF4-FFF2-40B4-BE49-F238E27FC236}">
                    <a16:creationId xmlns:a16="http://schemas.microsoft.com/office/drawing/2014/main" id="{007511AA-7200-EEA1-73A3-59849EDAC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4" name="Line 80">
                <a:extLst>
                  <a:ext uri="{FF2B5EF4-FFF2-40B4-BE49-F238E27FC236}">
                    <a16:creationId xmlns:a16="http://schemas.microsoft.com/office/drawing/2014/main" id="{5597EFA0-F368-E63A-AA20-44D0912EC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4" name="Group 81">
              <a:extLst>
                <a:ext uri="{FF2B5EF4-FFF2-40B4-BE49-F238E27FC236}">
                  <a16:creationId xmlns:a16="http://schemas.microsoft.com/office/drawing/2014/main" id="{9D5F3249-AB3C-7A35-687D-912FF92E02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736"/>
              <a:ext cx="384" cy="192"/>
              <a:chOff x="384" y="2640"/>
              <a:chExt cx="384" cy="192"/>
            </a:xfrm>
          </p:grpSpPr>
          <p:sp>
            <p:nvSpPr>
              <p:cNvPr id="7237" name="Line 82">
                <a:extLst>
                  <a:ext uri="{FF2B5EF4-FFF2-40B4-BE49-F238E27FC236}">
                    <a16:creationId xmlns:a16="http://schemas.microsoft.com/office/drawing/2014/main" id="{0E4EE5DC-2EEF-88E4-42F4-A84092634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8" name="Line 83">
                <a:extLst>
                  <a:ext uri="{FF2B5EF4-FFF2-40B4-BE49-F238E27FC236}">
                    <a16:creationId xmlns:a16="http://schemas.microsoft.com/office/drawing/2014/main" id="{B017E7C1-6EBE-CDCF-D8BB-8492F6488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9" name="Line 84">
                <a:extLst>
                  <a:ext uri="{FF2B5EF4-FFF2-40B4-BE49-F238E27FC236}">
                    <a16:creationId xmlns:a16="http://schemas.microsoft.com/office/drawing/2014/main" id="{756F852D-BA7B-7DBF-C38E-CD7F922448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0" name="Line 85">
                <a:extLst>
                  <a:ext uri="{FF2B5EF4-FFF2-40B4-BE49-F238E27FC236}">
                    <a16:creationId xmlns:a16="http://schemas.microsoft.com/office/drawing/2014/main" id="{669C7270-D441-DB1E-046A-E7B984BDA9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1" name="Line 86">
                <a:extLst>
                  <a:ext uri="{FF2B5EF4-FFF2-40B4-BE49-F238E27FC236}">
                    <a16:creationId xmlns:a16="http://schemas.microsoft.com/office/drawing/2014/main" id="{D18F2923-31FA-EB09-A15C-ADCCC9675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2" name="Line 87">
                <a:extLst>
                  <a:ext uri="{FF2B5EF4-FFF2-40B4-BE49-F238E27FC236}">
                    <a16:creationId xmlns:a16="http://schemas.microsoft.com/office/drawing/2014/main" id="{FB6C05B3-FD16-9ACD-BE0D-D627C35CD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3" name="Line 88">
                <a:extLst>
                  <a:ext uri="{FF2B5EF4-FFF2-40B4-BE49-F238E27FC236}">
                    <a16:creationId xmlns:a16="http://schemas.microsoft.com/office/drawing/2014/main" id="{08866FFB-2ABB-6F93-B95D-8A5AD76BB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4" name="Line 89">
                <a:extLst>
                  <a:ext uri="{FF2B5EF4-FFF2-40B4-BE49-F238E27FC236}">
                    <a16:creationId xmlns:a16="http://schemas.microsoft.com/office/drawing/2014/main" id="{CD1DC605-35BA-5D04-4CEB-7F9F9D8FE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5" name="Line 90">
                <a:extLst>
                  <a:ext uri="{FF2B5EF4-FFF2-40B4-BE49-F238E27FC236}">
                    <a16:creationId xmlns:a16="http://schemas.microsoft.com/office/drawing/2014/main" id="{E805541D-62F7-908E-23BE-A09B3DFEC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5" name="Group 91">
              <a:extLst>
                <a:ext uri="{FF2B5EF4-FFF2-40B4-BE49-F238E27FC236}">
                  <a16:creationId xmlns:a16="http://schemas.microsoft.com/office/drawing/2014/main" id="{B9242144-591E-75F9-4D6A-9E545ADD1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736"/>
              <a:ext cx="384" cy="192"/>
              <a:chOff x="384" y="2640"/>
              <a:chExt cx="384" cy="192"/>
            </a:xfrm>
          </p:grpSpPr>
          <p:sp>
            <p:nvSpPr>
              <p:cNvPr id="7228" name="Line 92">
                <a:extLst>
                  <a:ext uri="{FF2B5EF4-FFF2-40B4-BE49-F238E27FC236}">
                    <a16:creationId xmlns:a16="http://schemas.microsoft.com/office/drawing/2014/main" id="{E8C3B1FE-7759-08CB-0D58-2A98A101A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9" name="Line 93">
                <a:extLst>
                  <a:ext uri="{FF2B5EF4-FFF2-40B4-BE49-F238E27FC236}">
                    <a16:creationId xmlns:a16="http://schemas.microsoft.com/office/drawing/2014/main" id="{B36FE747-7FC1-6CE5-B873-238A27FD6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0" name="Line 94">
                <a:extLst>
                  <a:ext uri="{FF2B5EF4-FFF2-40B4-BE49-F238E27FC236}">
                    <a16:creationId xmlns:a16="http://schemas.microsoft.com/office/drawing/2014/main" id="{F38D67B5-0766-A71E-CA3D-D57F5614F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1" name="Line 95">
                <a:extLst>
                  <a:ext uri="{FF2B5EF4-FFF2-40B4-BE49-F238E27FC236}">
                    <a16:creationId xmlns:a16="http://schemas.microsoft.com/office/drawing/2014/main" id="{9430996D-2C4A-7E20-4936-E50BF53D8F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2" name="Line 96">
                <a:extLst>
                  <a:ext uri="{FF2B5EF4-FFF2-40B4-BE49-F238E27FC236}">
                    <a16:creationId xmlns:a16="http://schemas.microsoft.com/office/drawing/2014/main" id="{BCE064E5-260A-9B67-7F11-071ACDF72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3" name="Line 97">
                <a:extLst>
                  <a:ext uri="{FF2B5EF4-FFF2-40B4-BE49-F238E27FC236}">
                    <a16:creationId xmlns:a16="http://schemas.microsoft.com/office/drawing/2014/main" id="{D9299262-218E-5B5B-B5D3-DD81CB22D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4" name="Line 98">
                <a:extLst>
                  <a:ext uri="{FF2B5EF4-FFF2-40B4-BE49-F238E27FC236}">
                    <a16:creationId xmlns:a16="http://schemas.microsoft.com/office/drawing/2014/main" id="{39943AEF-3B71-1D58-9A78-2B61767DE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5" name="Line 99">
                <a:extLst>
                  <a:ext uri="{FF2B5EF4-FFF2-40B4-BE49-F238E27FC236}">
                    <a16:creationId xmlns:a16="http://schemas.microsoft.com/office/drawing/2014/main" id="{9D700293-F0AC-5FA2-F0D6-2E344E5AE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6" name="Line 100">
                <a:extLst>
                  <a:ext uri="{FF2B5EF4-FFF2-40B4-BE49-F238E27FC236}">
                    <a16:creationId xmlns:a16="http://schemas.microsoft.com/office/drawing/2014/main" id="{BA0C2AD1-FC03-86C3-60C6-C96116787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6" name="Group 101">
              <a:extLst>
                <a:ext uri="{FF2B5EF4-FFF2-40B4-BE49-F238E27FC236}">
                  <a16:creationId xmlns:a16="http://schemas.microsoft.com/office/drawing/2014/main" id="{1B1FD2B4-0939-CAF6-78D8-5B73AC272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736"/>
              <a:ext cx="384" cy="192"/>
              <a:chOff x="384" y="2640"/>
              <a:chExt cx="384" cy="192"/>
            </a:xfrm>
          </p:grpSpPr>
          <p:sp>
            <p:nvSpPr>
              <p:cNvPr id="7219" name="Line 102">
                <a:extLst>
                  <a:ext uri="{FF2B5EF4-FFF2-40B4-BE49-F238E27FC236}">
                    <a16:creationId xmlns:a16="http://schemas.microsoft.com/office/drawing/2014/main" id="{5F37C8A9-5BA9-BBDF-1191-4A3CE1579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0" name="Line 103">
                <a:extLst>
                  <a:ext uri="{FF2B5EF4-FFF2-40B4-BE49-F238E27FC236}">
                    <a16:creationId xmlns:a16="http://schemas.microsoft.com/office/drawing/2014/main" id="{83823F85-3723-14F5-BD17-A73DD1D6C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1" name="Line 104">
                <a:extLst>
                  <a:ext uri="{FF2B5EF4-FFF2-40B4-BE49-F238E27FC236}">
                    <a16:creationId xmlns:a16="http://schemas.microsoft.com/office/drawing/2014/main" id="{B855B89A-B607-B728-F790-4C91009BA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2" name="Line 105">
                <a:extLst>
                  <a:ext uri="{FF2B5EF4-FFF2-40B4-BE49-F238E27FC236}">
                    <a16:creationId xmlns:a16="http://schemas.microsoft.com/office/drawing/2014/main" id="{92E1FF93-7A6A-13D4-F445-C4CD2A536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3" name="Line 106">
                <a:extLst>
                  <a:ext uri="{FF2B5EF4-FFF2-40B4-BE49-F238E27FC236}">
                    <a16:creationId xmlns:a16="http://schemas.microsoft.com/office/drawing/2014/main" id="{A389B362-CCBB-F2AA-4025-4B4F8B103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4" name="Line 107">
                <a:extLst>
                  <a:ext uri="{FF2B5EF4-FFF2-40B4-BE49-F238E27FC236}">
                    <a16:creationId xmlns:a16="http://schemas.microsoft.com/office/drawing/2014/main" id="{A7896850-F4F8-4BCD-26A4-DCB08E2B9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5" name="Line 108">
                <a:extLst>
                  <a:ext uri="{FF2B5EF4-FFF2-40B4-BE49-F238E27FC236}">
                    <a16:creationId xmlns:a16="http://schemas.microsoft.com/office/drawing/2014/main" id="{4A79B2C0-BB7B-DE76-9563-8D89EE8B4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6" name="Line 109">
                <a:extLst>
                  <a:ext uri="{FF2B5EF4-FFF2-40B4-BE49-F238E27FC236}">
                    <a16:creationId xmlns:a16="http://schemas.microsoft.com/office/drawing/2014/main" id="{7489A740-2DB3-A4BC-4B34-8F9E946C6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7" name="Line 110">
                <a:extLst>
                  <a:ext uri="{FF2B5EF4-FFF2-40B4-BE49-F238E27FC236}">
                    <a16:creationId xmlns:a16="http://schemas.microsoft.com/office/drawing/2014/main" id="{367750B8-FC1B-CAF5-276B-F0E45B6F9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7" name="Group 111">
              <a:extLst>
                <a:ext uri="{FF2B5EF4-FFF2-40B4-BE49-F238E27FC236}">
                  <a16:creationId xmlns:a16="http://schemas.microsoft.com/office/drawing/2014/main" id="{85953814-D7C5-4A69-EC75-BEA2471FA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736"/>
              <a:ext cx="384" cy="192"/>
              <a:chOff x="384" y="2640"/>
              <a:chExt cx="384" cy="192"/>
            </a:xfrm>
          </p:grpSpPr>
          <p:sp>
            <p:nvSpPr>
              <p:cNvPr id="7210" name="Line 112">
                <a:extLst>
                  <a:ext uri="{FF2B5EF4-FFF2-40B4-BE49-F238E27FC236}">
                    <a16:creationId xmlns:a16="http://schemas.microsoft.com/office/drawing/2014/main" id="{ECD1B2B2-4A80-62BD-1057-B1786C92E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1" name="Line 113">
                <a:extLst>
                  <a:ext uri="{FF2B5EF4-FFF2-40B4-BE49-F238E27FC236}">
                    <a16:creationId xmlns:a16="http://schemas.microsoft.com/office/drawing/2014/main" id="{B126B763-C8D0-4E06-8BC2-63A325D51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2" name="Line 114">
                <a:extLst>
                  <a:ext uri="{FF2B5EF4-FFF2-40B4-BE49-F238E27FC236}">
                    <a16:creationId xmlns:a16="http://schemas.microsoft.com/office/drawing/2014/main" id="{004DD3D9-8EA5-48CE-D1F3-E063588F1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3" name="Line 115">
                <a:extLst>
                  <a:ext uri="{FF2B5EF4-FFF2-40B4-BE49-F238E27FC236}">
                    <a16:creationId xmlns:a16="http://schemas.microsoft.com/office/drawing/2014/main" id="{BF078A91-4893-7E6E-63C4-6F0E2319D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4" name="Line 116">
                <a:extLst>
                  <a:ext uri="{FF2B5EF4-FFF2-40B4-BE49-F238E27FC236}">
                    <a16:creationId xmlns:a16="http://schemas.microsoft.com/office/drawing/2014/main" id="{0AB49245-1D8A-AB71-6336-495901E62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5" name="Line 117">
                <a:extLst>
                  <a:ext uri="{FF2B5EF4-FFF2-40B4-BE49-F238E27FC236}">
                    <a16:creationId xmlns:a16="http://schemas.microsoft.com/office/drawing/2014/main" id="{88981BC8-2679-12B7-1397-90097B849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6" name="Line 118">
                <a:extLst>
                  <a:ext uri="{FF2B5EF4-FFF2-40B4-BE49-F238E27FC236}">
                    <a16:creationId xmlns:a16="http://schemas.microsoft.com/office/drawing/2014/main" id="{176A1889-1CB9-4707-B9DB-56835CBEF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7" name="Line 119">
                <a:extLst>
                  <a:ext uri="{FF2B5EF4-FFF2-40B4-BE49-F238E27FC236}">
                    <a16:creationId xmlns:a16="http://schemas.microsoft.com/office/drawing/2014/main" id="{E8ADA2D3-53D4-47FE-0866-B22A55245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8" name="Line 120">
                <a:extLst>
                  <a:ext uri="{FF2B5EF4-FFF2-40B4-BE49-F238E27FC236}">
                    <a16:creationId xmlns:a16="http://schemas.microsoft.com/office/drawing/2014/main" id="{F0C372B0-C9D8-A02D-9E89-6C9939598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8" name="Group 121">
              <a:extLst>
                <a:ext uri="{FF2B5EF4-FFF2-40B4-BE49-F238E27FC236}">
                  <a16:creationId xmlns:a16="http://schemas.microsoft.com/office/drawing/2014/main" id="{1D225A72-97CE-BEF2-BE8B-ABB83F0FB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2736"/>
              <a:ext cx="384" cy="192"/>
              <a:chOff x="384" y="2640"/>
              <a:chExt cx="384" cy="192"/>
            </a:xfrm>
          </p:grpSpPr>
          <p:sp>
            <p:nvSpPr>
              <p:cNvPr id="7201" name="Line 122">
                <a:extLst>
                  <a:ext uri="{FF2B5EF4-FFF2-40B4-BE49-F238E27FC236}">
                    <a16:creationId xmlns:a16="http://schemas.microsoft.com/office/drawing/2014/main" id="{B64ECF95-7AF1-DCBD-D90E-04EEB8150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2" name="Line 123">
                <a:extLst>
                  <a:ext uri="{FF2B5EF4-FFF2-40B4-BE49-F238E27FC236}">
                    <a16:creationId xmlns:a16="http://schemas.microsoft.com/office/drawing/2014/main" id="{257A8453-2510-515A-2943-87E6ABCD8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3" name="Line 124">
                <a:extLst>
                  <a:ext uri="{FF2B5EF4-FFF2-40B4-BE49-F238E27FC236}">
                    <a16:creationId xmlns:a16="http://schemas.microsoft.com/office/drawing/2014/main" id="{CACC7D0B-ECD3-CA8E-5EF9-EBD5A6E70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4" name="Line 125">
                <a:extLst>
                  <a:ext uri="{FF2B5EF4-FFF2-40B4-BE49-F238E27FC236}">
                    <a16:creationId xmlns:a16="http://schemas.microsoft.com/office/drawing/2014/main" id="{C5A34DE8-0756-E19C-78FC-089EDFD4A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5" name="Line 126">
                <a:extLst>
                  <a:ext uri="{FF2B5EF4-FFF2-40B4-BE49-F238E27FC236}">
                    <a16:creationId xmlns:a16="http://schemas.microsoft.com/office/drawing/2014/main" id="{C2392CA8-FBE8-3D6C-0CBF-6D21AD2DC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6" name="Line 127">
                <a:extLst>
                  <a:ext uri="{FF2B5EF4-FFF2-40B4-BE49-F238E27FC236}">
                    <a16:creationId xmlns:a16="http://schemas.microsoft.com/office/drawing/2014/main" id="{4E6DD470-267F-2328-0EC0-769383DAD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7" name="Line 128">
                <a:extLst>
                  <a:ext uri="{FF2B5EF4-FFF2-40B4-BE49-F238E27FC236}">
                    <a16:creationId xmlns:a16="http://schemas.microsoft.com/office/drawing/2014/main" id="{A718366C-D613-BF0E-557B-77968512F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8" name="Line 129">
                <a:extLst>
                  <a:ext uri="{FF2B5EF4-FFF2-40B4-BE49-F238E27FC236}">
                    <a16:creationId xmlns:a16="http://schemas.microsoft.com/office/drawing/2014/main" id="{7366CB89-1036-F88B-795B-A55FAEB70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9" name="Line 130">
                <a:extLst>
                  <a:ext uri="{FF2B5EF4-FFF2-40B4-BE49-F238E27FC236}">
                    <a16:creationId xmlns:a16="http://schemas.microsoft.com/office/drawing/2014/main" id="{2453B339-3E2A-B34A-6C87-803C2D1A0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89" name="Text Box 131">
              <a:extLst>
                <a:ext uri="{FF2B5EF4-FFF2-40B4-BE49-F238E27FC236}">
                  <a16:creationId xmlns:a16="http://schemas.microsoft.com/office/drawing/2014/main" id="{CAD71B03-80D7-921F-09A8-FEF38D38C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77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cm</a:t>
              </a:r>
            </a:p>
          </p:txBody>
        </p:sp>
        <p:sp>
          <p:nvSpPr>
            <p:cNvPr id="7190" name="Text Box 132">
              <a:extLst>
                <a:ext uri="{FF2B5EF4-FFF2-40B4-BE49-F238E27FC236}">
                  <a16:creationId xmlns:a16="http://schemas.microsoft.com/office/drawing/2014/main" id="{75A37802-790E-A4E0-0FCE-75D5E9B43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191" name="Text Box 133">
              <a:extLst>
                <a:ext uri="{FF2B5EF4-FFF2-40B4-BE49-F238E27FC236}">
                  <a16:creationId xmlns:a16="http://schemas.microsoft.com/office/drawing/2014/main" id="{B5A307C8-DD25-4E5D-44C6-9EF2CD90C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192" name="Text Box 134">
              <a:extLst>
                <a:ext uri="{FF2B5EF4-FFF2-40B4-BE49-F238E27FC236}">
                  <a16:creationId xmlns:a16="http://schemas.microsoft.com/office/drawing/2014/main" id="{AFC3AC77-F926-58B8-7D1F-E8DDEE3A7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193" name="Text Box 135">
              <a:extLst>
                <a:ext uri="{FF2B5EF4-FFF2-40B4-BE49-F238E27FC236}">
                  <a16:creationId xmlns:a16="http://schemas.microsoft.com/office/drawing/2014/main" id="{6DD5DDD5-11F5-B9E7-8D83-91786FE13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194" name="Text Box 136">
              <a:extLst>
                <a:ext uri="{FF2B5EF4-FFF2-40B4-BE49-F238E27FC236}">
                  <a16:creationId xmlns:a16="http://schemas.microsoft.com/office/drawing/2014/main" id="{9E3C33E7-D5CE-909C-6D79-B9DDAB7D3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195" name="Text Box 137">
              <a:extLst>
                <a:ext uri="{FF2B5EF4-FFF2-40B4-BE49-F238E27FC236}">
                  <a16:creationId xmlns:a16="http://schemas.microsoft.com/office/drawing/2014/main" id="{5261B957-27A5-5D40-73D8-F47ADDA6B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196" name="Text Box 138">
              <a:extLst>
                <a:ext uri="{FF2B5EF4-FFF2-40B4-BE49-F238E27FC236}">
                  <a16:creationId xmlns:a16="http://schemas.microsoft.com/office/drawing/2014/main" id="{8EC40ECD-6652-4F6D-E95A-ED23CF239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7197" name="Text Box 139">
              <a:extLst>
                <a:ext uri="{FF2B5EF4-FFF2-40B4-BE49-F238E27FC236}">
                  <a16:creationId xmlns:a16="http://schemas.microsoft.com/office/drawing/2014/main" id="{830268A2-26F9-1726-2374-A27E0F2FF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7198" name="Text Box 140">
              <a:extLst>
                <a:ext uri="{FF2B5EF4-FFF2-40B4-BE49-F238E27FC236}">
                  <a16:creationId xmlns:a16="http://schemas.microsoft.com/office/drawing/2014/main" id="{DE0FC899-1FBA-1D78-1275-322956132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7199" name="Text Box 141">
              <a:extLst>
                <a:ext uri="{FF2B5EF4-FFF2-40B4-BE49-F238E27FC236}">
                  <a16:creationId xmlns:a16="http://schemas.microsoft.com/office/drawing/2014/main" id="{D4EAF6C3-34F3-049F-C467-572B1BEDB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97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200" name="Text Box 142">
              <a:extLst>
                <a:ext uri="{FF2B5EF4-FFF2-40B4-BE49-F238E27FC236}">
                  <a16:creationId xmlns:a16="http://schemas.microsoft.com/office/drawing/2014/main" id="{2A8DA22F-A652-7640-3990-025601C21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97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10</a:t>
              </a:r>
            </a:p>
          </p:txBody>
        </p:sp>
      </p:grpSp>
      <p:pic>
        <p:nvPicPr>
          <p:cNvPr id="29839" name="Picture 143" descr="MCAN04187_0000[1]">
            <a:extLst>
              <a:ext uri="{FF2B5EF4-FFF2-40B4-BE49-F238E27FC236}">
                <a16:creationId xmlns:a16="http://schemas.microsoft.com/office/drawing/2014/main" id="{1FE0EE00-5A9D-C494-C1D2-852CC41E3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8600" y="39862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840" name="Line 144">
            <a:extLst>
              <a:ext uri="{FF2B5EF4-FFF2-40B4-BE49-F238E27FC236}">
                <a16:creationId xmlns:a16="http://schemas.microsoft.com/office/drawing/2014/main" id="{FC5B39B1-E787-5F7F-3448-D9319D11D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886200"/>
            <a:ext cx="22860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25 0.0  E" pathEditMode="relative" ptsTypes="">
                                      <p:cBhvr>
                                        <p:cTn id="24" dur="2000" fill="hold"/>
                                        <p:tgtEl>
                                          <p:spTgt spid="298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0E88B87-0100-901F-1681-161019DA7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Distance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A05CED6-1F50-922C-563D-592142A7E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Distance does not depend on direction.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>
              <a:cs typeface="Arial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Now what distance did the ant travel?</a:t>
            </a:r>
            <a:endParaRPr lang="en-US" altLang="en-US" dirty="0">
              <a:cs typeface="Arial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d = 3 cm</a:t>
            </a:r>
            <a:endParaRPr lang="en-US" altLang="en-US" dirty="0">
              <a:cs typeface="Arial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Does his direction change the answer?</a:t>
            </a:r>
            <a:endParaRPr lang="en-US" altLang="en-US" dirty="0">
              <a:cs typeface="Arial"/>
            </a:endParaRPr>
          </a:p>
        </p:txBody>
      </p:sp>
      <p:grpSp>
        <p:nvGrpSpPr>
          <p:cNvPr id="9220" name="Group 142">
            <a:extLst>
              <a:ext uri="{FF2B5EF4-FFF2-40B4-BE49-F238E27FC236}">
                <a16:creationId xmlns:a16="http://schemas.microsoft.com/office/drawing/2014/main" id="{42F4BA66-34C4-8A00-A578-A01FDCD8BB0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895600"/>
            <a:ext cx="8763000" cy="1981200"/>
            <a:chOff x="96" y="1824"/>
            <a:chExt cx="5520" cy="1248"/>
          </a:xfrm>
        </p:grpSpPr>
        <p:sp>
          <p:nvSpPr>
            <p:cNvPr id="9223" name="Rectangle 4">
              <a:extLst>
                <a:ext uri="{FF2B5EF4-FFF2-40B4-BE49-F238E27FC236}">
                  <a16:creationId xmlns:a16="http://schemas.microsoft.com/office/drawing/2014/main" id="{2BAAD277-EB33-8CEF-3A3A-11127CDC3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824"/>
              <a:ext cx="5520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9224" name="Rectangle 5">
              <a:extLst>
                <a:ext uri="{FF2B5EF4-FFF2-40B4-BE49-F238E27FC236}">
                  <a16:creationId xmlns:a16="http://schemas.microsoft.com/office/drawing/2014/main" id="{9931FA4B-E6BA-68CB-D402-CFBDC7A0E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352"/>
              <a:ext cx="5520" cy="7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9225" name="Group 6">
              <a:extLst>
                <a:ext uri="{FF2B5EF4-FFF2-40B4-BE49-F238E27FC236}">
                  <a16:creationId xmlns:a16="http://schemas.microsoft.com/office/drawing/2014/main" id="{CF9E480D-FF18-8815-2B9E-AFCB156FD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352"/>
              <a:ext cx="4800" cy="240"/>
              <a:chOff x="336" y="2640"/>
              <a:chExt cx="4800" cy="144"/>
            </a:xfrm>
          </p:grpSpPr>
          <p:sp>
            <p:nvSpPr>
              <p:cNvPr id="9348" name="Line 7">
                <a:extLst>
                  <a:ext uri="{FF2B5EF4-FFF2-40B4-BE49-F238E27FC236}">
                    <a16:creationId xmlns:a16="http://schemas.microsoft.com/office/drawing/2014/main" id="{2A1A3103-0004-63C7-9D97-254406D3B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9" name="Line 8">
                <a:extLst>
                  <a:ext uri="{FF2B5EF4-FFF2-40B4-BE49-F238E27FC236}">
                    <a16:creationId xmlns:a16="http://schemas.microsoft.com/office/drawing/2014/main" id="{E51E6B88-D6DD-AC60-9C27-D5C86E500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0" name="Line 9">
                <a:extLst>
                  <a:ext uri="{FF2B5EF4-FFF2-40B4-BE49-F238E27FC236}">
                    <a16:creationId xmlns:a16="http://schemas.microsoft.com/office/drawing/2014/main" id="{0D8BE86E-6DBE-FD4D-986F-7C1062099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1" name="Line 10">
                <a:extLst>
                  <a:ext uri="{FF2B5EF4-FFF2-40B4-BE49-F238E27FC236}">
                    <a16:creationId xmlns:a16="http://schemas.microsoft.com/office/drawing/2014/main" id="{41BDB412-6485-06D6-4EA5-65CE993C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2" name="Line 11">
                <a:extLst>
                  <a:ext uri="{FF2B5EF4-FFF2-40B4-BE49-F238E27FC236}">
                    <a16:creationId xmlns:a16="http://schemas.microsoft.com/office/drawing/2014/main" id="{02259270-6F93-B59E-68DC-AA27FA5E2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3" name="Line 12">
                <a:extLst>
                  <a:ext uri="{FF2B5EF4-FFF2-40B4-BE49-F238E27FC236}">
                    <a16:creationId xmlns:a16="http://schemas.microsoft.com/office/drawing/2014/main" id="{A0162947-6A82-C6CE-F58D-07221421E1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4" name="Line 13">
                <a:extLst>
                  <a:ext uri="{FF2B5EF4-FFF2-40B4-BE49-F238E27FC236}">
                    <a16:creationId xmlns:a16="http://schemas.microsoft.com/office/drawing/2014/main" id="{CEA41A26-DAB8-7345-66B7-EB0C241A1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5" name="Line 14">
                <a:extLst>
                  <a:ext uri="{FF2B5EF4-FFF2-40B4-BE49-F238E27FC236}">
                    <a16:creationId xmlns:a16="http://schemas.microsoft.com/office/drawing/2014/main" id="{0B8C599A-641F-FBDD-3926-78EB522737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6" name="Line 15">
                <a:extLst>
                  <a:ext uri="{FF2B5EF4-FFF2-40B4-BE49-F238E27FC236}">
                    <a16:creationId xmlns:a16="http://schemas.microsoft.com/office/drawing/2014/main" id="{2933FC13-478A-6AA3-A18F-01A99BF40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7" name="Line 16">
                <a:extLst>
                  <a:ext uri="{FF2B5EF4-FFF2-40B4-BE49-F238E27FC236}">
                    <a16:creationId xmlns:a16="http://schemas.microsoft.com/office/drawing/2014/main" id="{D1D25989-071B-4F6D-B19E-88A884CD2B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8" name="Line 17">
                <a:extLst>
                  <a:ext uri="{FF2B5EF4-FFF2-40B4-BE49-F238E27FC236}">
                    <a16:creationId xmlns:a16="http://schemas.microsoft.com/office/drawing/2014/main" id="{F95788E1-D761-24F5-447B-738ABC955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6" name="Group 18">
              <a:extLst>
                <a:ext uri="{FF2B5EF4-FFF2-40B4-BE49-F238E27FC236}">
                  <a16:creationId xmlns:a16="http://schemas.microsoft.com/office/drawing/2014/main" id="{898E23D5-E671-6A07-8E2D-933F0453D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352"/>
              <a:ext cx="384" cy="192"/>
              <a:chOff x="384" y="2640"/>
              <a:chExt cx="384" cy="192"/>
            </a:xfrm>
          </p:grpSpPr>
          <p:sp>
            <p:nvSpPr>
              <p:cNvPr id="9339" name="Line 19">
                <a:extLst>
                  <a:ext uri="{FF2B5EF4-FFF2-40B4-BE49-F238E27FC236}">
                    <a16:creationId xmlns:a16="http://schemas.microsoft.com/office/drawing/2014/main" id="{A4A5EBFD-3D38-DF6E-FE90-7A34E2390B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0" name="Line 20">
                <a:extLst>
                  <a:ext uri="{FF2B5EF4-FFF2-40B4-BE49-F238E27FC236}">
                    <a16:creationId xmlns:a16="http://schemas.microsoft.com/office/drawing/2014/main" id="{DC03F31A-4C31-53C8-AD08-C77CBF65C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1" name="Line 21">
                <a:extLst>
                  <a:ext uri="{FF2B5EF4-FFF2-40B4-BE49-F238E27FC236}">
                    <a16:creationId xmlns:a16="http://schemas.microsoft.com/office/drawing/2014/main" id="{30BF6293-EACF-19CA-A11F-BEFAE7FA1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2" name="Line 22">
                <a:extLst>
                  <a:ext uri="{FF2B5EF4-FFF2-40B4-BE49-F238E27FC236}">
                    <a16:creationId xmlns:a16="http://schemas.microsoft.com/office/drawing/2014/main" id="{E4550F9E-14E1-63F3-6E3D-ACE91F86C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3" name="Line 23">
                <a:extLst>
                  <a:ext uri="{FF2B5EF4-FFF2-40B4-BE49-F238E27FC236}">
                    <a16:creationId xmlns:a16="http://schemas.microsoft.com/office/drawing/2014/main" id="{B9DE3261-C4A7-20B9-95B0-00A055A2BF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4" name="Line 24">
                <a:extLst>
                  <a:ext uri="{FF2B5EF4-FFF2-40B4-BE49-F238E27FC236}">
                    <a16:creationId xmlns:a16="http://schemas.microsoft.com/office/drawing/2014/main" id="{B549FDEE-81ED-9166-999B-55ABAFC263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5" name="Line 25">
                <a:extLst>
                  <a:ext uri="{FF2B5EF4-FFF2-40B4-BE49-F238E27FC236}">
                    <a16:creationId xmlns:a16="http://schemas.microsoft.com/office/drawing/2014/main" id="{0C335748-0E28-31E0-95F9-E3C004436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6" name="Line 26">
                <a:extLst>
                  <a:ext uri="{FF2B5EF4-FFF2-40B4-BE49-F238E27FC236}">
                    <a16:creationId xmlns:a16="http://schemas.microsoft.com/office/drawing/2014/main" id="{44491045-52D6-2664-7C92-F51A269A9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7" name="Line 27">
                <a:extLst>
                  <a:ext uri="{FF2B5EF4-FFF2-40B4-BE49-F238E27FC236}">
                    <a16:creationId xmlns:a16="http://schemas.microsoft.com/office/drawing/2014/main" id="{DC386CDC-D143-1433-CD83-DD191E413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7" name="Group 28">
              <a:extLst>
                <a:ext uri="{FF2B5EF4-FFF2-40B4-BE49-F238E27FC236}">
                  <a16:creationId xmlns:a16="http://schemas.microsoft.com/office/drawing/2014/main" id="{265998C6-7581-9872-B514-15FD6DEB8E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352"/>
              <a:ext cx="384" cy="192"/>
              <a:chOff x="384" y="2640"/>
              <a:chExt cx="384" cy="192"/>
            </a:xfrm>
          </p:grpSpPr>
          <p:sp>
            <p:nvSpPr>
              <p:cNvPr id="9330" name="Line 29">
                <a:extLst>
                  <a:ext uri="{FF2B5EF4-FFF2-40B4-BE49-F238E27FC236}">
                    <a16:creationId xmlns:a16="http://schemas.microsoft.com/office/drawing/2014/main" id="{28661E6B-A3CD-758D-7FD6-C3892C425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1" name="Line 30">
                <a:extLst>
                  <a:ext uri="{FF2B5EF4-FFF2-40B4-BE49-F238E27FC236}">
                    <a16:creationId xmlns:a16="http://schemas.microsoft.com/office/drawing/2014/main" id="{57508F96-67B2-0DE3-74CB-94A51DC9C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2" name="Line 31">
                <a:extLst>
                  <a:ext uri="{FF2B5EF4-FFF2-40B4-BE49-F238E27FC236}">
                    <a16:creationId xmlns:a16="http://schemas.microsoft.com/office/drawing/2014/main" id="{90328FC6-83E7-2BEF-818B-E8A702EA5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3" name="Line 32">
                <a:extLst>
                  <a:ext uri="{FF2B5EF4-FFF2-40B4-BE49-F238E27FC236}">
                    <a16:creationId xmlns:a16="http://schemas.microsoft.com/office/drawing/2014/main" id="{05C21EBF-CB8F-98B5-C51F-FDDD52A4A3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4" name="Line 33">
                <a:extLst>
                  <a:ext uri="{FF2B5EF4-FFF2-40B4-BE49-F238E27FC236}">
                    <a16:creationId xmlns:a16="http://schemas.microsoft.com/office/drawing/2014/main" id="{DC7DB51C-C166-CB31-FEF3-1D136ADE3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5" name="Line 34">
                <a:extLst>
                  <a:ext uri="{FF2B5EF4-FFF2-40B4-BE49-F238E27FC236}">
                    <a16:creationId xmlns:a16="http://schemas.microsoft.com/office/drawing/2014/main" id="{4CE761E7-BFAC-2C06-3E0A-2D52ADB67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6" name="Line 35">
                <a:extLst>
                  <a:ext uri="{FF2B5EF4-FFF2-40B4-BE49-F238E27FC236}">
                    <a16:creationId xmlns:a16="http://schemas.microsoft.com/office/drawing/2014/main" id="{E34585F0-A50B-7669-3F37-2A4486806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7" name="Line 36">
                <a:extLst>
                  <a:ext uri="{FF2B5EF4-FFF2-40B4-BE49-F238E27FC236}">
                    <a16:creationId xmlns:a16="http://schemas.microsoft.com/office/drawing/2014/main" id="{501F8559-E9F2-FED9-0DAA-1B73BF429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8" name="Line 37">
                <a:extLst>
                  <a:ext uri="{FF2B5EF4-FFF2-40B4-BE49-F238E27FC236}">
                    <a16:creationId xmlns:a16="http://schemas.microsoft.com/office/drawing/2014/main" id="{2E5998B6-5573-A088-BBC5-062A7A929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8" name="Group 38">
              <a:extLst>
                <a:ext uri="{FF2B5EF4-FFF2-40B4-BE49-F238E27FC236}">
                  <a16:creationId xmlns:a16="http://schemas.microsoft.com/office/drawing/2014/main" id="{6BF599E3-E60D-E19C-1953-A812F4B1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352"/>
              <a:ext cx="384" cy="192"/>
              <a:chOff x="384" y="2640"/>
              <a:chExt cx="384" cy="192"/>
            </a:xfrm>
          </p:grpSpPr>
          <p:sp>
            <p:nvSpPr>
              <p:cNvPr id="9321" name="Line 39">
                <a:extLst>
                  <a:ext uri="{FF2B5EF4-FFF2-40B4-BE49-F238E27FC236}">
                    <a16:creationId xmlns:a16="http://schemas.microsoft.com/office/drawing/2014/main" id="{EB02BD95-7F3F-41F7-55E2-3E6D38764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2" name="Line 40">
                <a:extLst>
                  <a:ext uri="{FF2B5EF4-FFF2-40B4-BE49-F238E27FC236}">
                    <a16:creationId xmlns:a16="http://schemas.microsoft.com/office/drawing/2014/main" id="{CC8B193F-9B37-CBE4-4A93-8A00D6C73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3" name="Line 41">
                <a:extLst>
                  <a:ext uri="{FF2B5EF4-FFF2-40B4-BE49-F238E27FC236}">
                    <a16:creationId xmlns:a16="http://schemas.microsoft.com/office/drawing/2014/main" id="{7054F964-FBD2-AEE0-3BBF-22C71AF74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4" name="Line 42">
                <a:extLst>
                  <a:ext uri="{FF2B5EF4-FFF2-40B4-BE49-F238E27FC236}">
                    <a16:creationId xmlns:a16="http://schemas.microsoft.com/office/drawing/2014/main" id="{8D71EB8C-99CA-5D15-D42A-AC27B6219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5" name="Line 43">
                <a:extLst>
                  <a:ext uri="{FF2B5EF4-FFF2-40B4-BE49-F238E27FC236}">
                    <a16:creationId xmlns:a16="http://schemas.microsoft.com/office/drawing/2014/main" id="{8CF4010D-19F9-89B3-4322-EEDE41C4A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6" name="Line 44">
                <a:extLst>
                  <a:ext uri="{FF2B5EF4-FFF2-40B4-BE49-F238E27FC236}">
                    <a16:creationId xmlns:a16="http://schemas.microsoft.com/office/drawing/2014/main" id="{3E9B7BE9-9ACE-D611-379E-FA82605C59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7" name="Line 45">
                <a:extLst>
                  <a:ext uri="{FF2B5EF4-FFF2-40B4-BE49-F238E27FC236}">
                    <a16:creationId xmlns:a16="http://schemas.microsoft.com/office/drawing/2014/main" id="{A4415334-CB47-995D-CDF6-12303E7D9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8" name="Line 46">
                <a:extLst>
                  <a:ext uri="{FF2B5EF4-FFF2-40B4-BE49-F238E27FC236}">
                    <a16:creationId xmlns:a16="http://schemas.microsoft.com/office/drawing/2014/main" id="{0F840C2F-0337-7190-BE10-C69BBFD3C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9" name="Line 47">
                <a:extLst>
                  <a:ext uri="{FF2B5EF4-FFF2-40B4-BE49-F238E27FC236}">
                    <a16:creationId xmlns:a16="http://schemas.microsoft.com/office/drawing/2014/main" id="{ACB04313-2631-D257-250D-E036072F4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9" name="Group 48">
              <a:extLst>
                <a:ext uri="{FF2B5EF4-FFF2-40B4-BE49-F238E27FC236}">
                  <a16:creationId xmlns:a16="http://schemas.microsoft.com/office/drawing/2014/main" id="{A4F9A46F-C640-F045-B205-118F93C4C7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352"/>
              <a:ext cx="384" cy="192"/>
              <a:chOff x="384" y="2640"/>
              <a:chExt cx="384" cy="192"/>
            </a:xfrm>
          </p:grpSpPr>
          <p:sp>
            <p:nvSpPr>
              <p:cNvPr id="9312" name="Line 49">
                <a:extLst>
                  <a:ext uri="{FF2B5EF4-FFF2-40B4-BE49-F238E27FC236}">
                    <a16:creationId xmlns:a16="http://schemas.microsoft.com/office/drawing/2014/main" id="{6DC74802-2F6F-1013-667D-5E551381B2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3" name="Line 50">
                <a:extLst>
                  <a:ext uri="{FF2B5EF4-FFF2-40B4-BE49-F238E27FC236}">
                    <a16:creationId xmlns:a16="http://schemas.microsoft.com/office/drawing/2014/main" id="{C2428D96-8DC8-74F6-BD36-4BFB0F426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4" name="Line 51">
                <a:extLst>
                  <a:ext uri="{FF2B5EF4-FFF2-40B4-BE49-F238E27FC236}">
                    <a16:creationId xmlns:a16="http://schemas.microsoft.com/office/drawing/2014/main" id="{90725D85-146A-6ED2-C591-D3C22CE1A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5" name="Line 52">
                <a:extLst>
                  <a:ext uri="{FF2B5EF4-FFF2-40B4-BE49-F238E27FC236}">
                    <a16:creationId xmlns:a16="http://schemas.microsoft.com/office/drawing/2014/main" id="{12AAFA33-E8EC-60EE-B7E5-61B7CF5EA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6" name="Line 53">
                <a:extLst>
                  <a:ext uri="{FF2B5EF4-FFF2-40B4-BE49-F238E27FC236}">
                    <a16:creationId xmlns:a16="http://schemas.microsoft.com/office/drawing/2014/main" id="{682E42D1-56E6-1F13-0F3D-C74A6CF9C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7" name="Line 54">
                <a:extLst>
                  <a:ext uri="{FF2B5EF4-FFF2-40B4-BE49-F238E27FC236}">
                    <a16:creationId xmlns:a16="http://schemas.microsoft.com/office/drawing/2014/main" id="{4F72E2A2-7916-1A2A-6F44-8D507E749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8" name="Line 55">
                <a:extLst>
                  <a:ext uri="{FF2B5EF4-FFF2-40B4-BE49-F238E27FC236}">
                    <a16:creationId xmlns:a16="http://schemas.microsoft.com/office/drawing/2014/main" id="{D0F78E3B-7425-328D-654B-C0DAFE8DD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9" name="Line 56">
                <a:extLst>
                  <a:ext uri="{FF2B5EF4-FFF2-40B4-BE49-F238E27FC236}">
                    <a16:creationId xmlns:a16="http://schemas.microsoft.com/office/drawing/2014/main" id="{EC295EA0-75AE-81E9-97C8-CD31D0C31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0" name="Line 57">
                <a:extLst>
                  <a:ext uri="{FF2B5EF4-FFF2-40B4-BE49-F238E27FC236}">
                    <a16:creationId xmlns:a16="http://schemas.microsoft.com/office/drawing/2014/main" id="{FDDF9371-5A04-940F-E286-DA48524C6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0" name="Group 58">
              <a:extLst>
                <a:ext uri="{FF2B5EF4-FFF2-40B4-BE49-F238E27FC236}">
                  <a16:creationId xmlns:a16="http://schemas.microsoft.com/office/drawing/2014/main" id="{71D31C3F-265F-A64F-9432-CB650AEF6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352"/>
              <a:ext cx="384" cy="192"/>
              <a:chOff x="384" y="2640"/>
              <a:chExt cx="384" cy="192"/>
            </a:xfrm>
          </p:grpSpPr>
          <p:sp>
            <p:nvSpPr>
              <p:cNvPr id="9303" name="Line 59">
                <a:extLst>
                  <a:ext uri="{FF2B5EF4-FFF2-40B4-BE49-F238E27FC236}">
                    <a16:creationId xmlns:a16="http://schemas.microsoft.com/office/drawing/2014/main" id="{8A140CE6-5ABE-6EA7-6B29-AD4E1DF5D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4" name="Line 60">
                <a:extLst>
                  <a:ext uri="{FF2B5EF4-FFF2-40B4-BE49-F238E27FC236}">
                    <a16:creationId xmlns:a16="http://schemas.microsoft.com/office/drawing/2014/main" id="{7946B506-AABF-119F-3E57-B65362803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5" name="Line 61">
                <a:extLst>
                  <a:ext uri="{FF2B5EF4-FFF2-40B4-BE49-F238E27FC236}">
                    <a16:creationId xmlns:a16="http://schemas.microsoft.com/office/drawing/2014/main" id="{C45BC4A1-CBB1-5831-918B-2779EA5A0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6" name="Line 62">
                <a:extLst>
                  <a:ext uri="{FF2B5EF4-FFF2-40B4-BE49-F238E27FC236}">
                    <a16:creationId xmlns:a16="http://schemas.microsoft.com/office/drawing/2014/main" id="{46A8A8A6-0095-2717-D62B-330F534D2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7" name="Line 63">
                <a:extLst>
                  <a:ext uri="{FF2B5EF4-FFF2-40B4-BE49-F238E27FC236}">
                    <a16:creationId xmlns:a16="http://schemas.microsoft.com/office/drawing/2014/main" id="{6542BBD2-89D4-6AD4-CAE6-F88ECE26A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8" name="Line 64">
                <a:extLst>
                  <a:ext uri="{FF2B5EF4-FFF2-40B4-BE49-F238E27FC236}">
                    <a16:creationId xmlns:a16="http://schemas.microsoft.com/office/drawing/2014/main" id="{72447970-F8EB-3393-68A8-D64F4A280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9" name="Line 65">
                <a:extLst>
                  <a:ext uri="{FF2B5EF4-FFF2-40B4-BE49-F238E27FC236}">
                    <a16:creationId xmlns:a16="http://schemas.microsoft.com/office/drawing/2014/main" id="{6C66CF92-9BD6-AF99-AE04-4DFC78AD7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0" name="Line 66">
                <a:extLst>
                  <a:ext uri="{FF2B5EF4-FFF2-40B4-BE49-F238E27FC236}">
                    <a16:creationId xmlns:a16="http://schemas.microsoft.com/office/drawing/2014/main" id="{82390071-CB4B-DC65-7E92-0F4597D94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1" name="Line 67">
                <a:extLst>
                  <a:ext uri="{FF2B5EF4-FFF2-40B4-BE49-F238E27FC236}">
                    <a16:creationId xmlns:a16="http://schemas.microsoft.com/office/drawing/2014/main" id="{36759770-783D-B561-52B0-9B206AFBA0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1" name="Group 68">
              <a:extLst>
                <a:ext uri="{FF2B5EF4-FFF2-40B4-BE49-F238E27FC236}">
                  <a16:creationId xmlns:a16="http://schemas.microsoft.com/office/drawing/2014/main" id="{5CE142BF-519A-D297-FA6F-D2AFDD6A8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2352"/>
              <a:ext cx="384" cy="192"/>
              <a:chOff x="384" y="2640"/>
              <a:chExt cx="384" cy="192"/>
            </a:xfrm>
          </p:grpSpPr>
          <p:sp>
            <p:nvSpPr>
              <p:cNvPr id="9294" name="Line 69">
                <a:extLst>
                  <a:ext uri="{FF2B5EF4-FFF2-40B4-BE49-F238E27FC236}">
                    <a16:creationId xmlns:a16="http://schemas.microsoft.com/office/drawing/2014/main" id="{61E97EA0-3016-52A6-64A2-6FD151A6D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5" name="Line 70">
                <a:extLst>
                  <a:ext uri="{FF2B5EF4-FFF2-40B4-BE49-F238E27FC236}">
                    <a16:creationId xmlns:a16="http://schemas.microsoft.com/office/drawing/2014/main" id="{694D1BE2-B522-5B2F-AB11-07D407011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6" name="Line 71">
                <a:extLst>
                  <a:ext uri="{FF2B5EF4-FFF2-40B4-BE49-F238E27FC236}">
                    <a16:creationId xmlns:a16="http://schemas.microsoft.com/office/drawing/2014/main" id="{CAC867B8-2644-8EB9-D3B3-06713D39D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7" name="Line 72">
                <a:extLst>
                  <a:ext uri="{FF2B5EF4-FFF2-40B4-BE49-F238E27FC236}">
                    <a16:creationId xmlns:a16="http://schemas.microsoft.com/office/drawing/2014/main" id="{27A376E3-5A8A-7BAC-A246-647DA03B2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8" name="Line 73">
                <a:extLst>
                  <a:ext uri="{FF2B5EF4-FFF2-40B4-BE49-F238E27FC236}">
                    <a16:creationId xmlns:a16="http://schemas.microsoft.com/office/drawing/2014/main" id="{40C63B85-A76F-EC0D-E960-15EE416A9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9" name="Line 74">
                <a:extLst>
                  <a:ext uri="{FF2B5EF4-FFF2-40B4-BE49-F238E27FC236}">
                    <a16:creationId xmlns:a16="http://schemas.microsoft.com/office/drawing/2014/main" id="{3A1DBCA4-E1B4-8536-BC2D-F54EE52E4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0" name="Line 75">
                <a:extLst>
                  <a:ext uri="{FF2B5EF4-FFF2-40B4-BE49-F238E27FC236}">
                    <a16:creationId xmlns:a16="http://schemas.microsoft.com/office/drawing/2014/main" id="{C71481C9-B8BA-29E4-0590-2AC84B7ED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1" name="Line 76">
                <a:extLst>
                  <a:ext uri="{FF2B5EF4-FFF2-40B4-BE49-F238E27FC236}">
                    <a16:creationId xmlns:a16="http://schemas.microsoft.com/office/drawing/2014/main" id="{23C8FA2E-8036-2B5D-F946-905E987C8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2" name="Line 77">
                <a:extLst>
                  <a:ext uri="{FF2B5EF4-FFF2-40B4-BE49-F238E27FC236}">
                    <a16:creationId xmlns:a16="http://schemas.microsoft.com/office/drawing/2014/main" id="{82EB2E7C-8E4C-1C30-A450-C6B87135E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2" name="Group 78">
              <a:extLst>
                <a:ext uri="{FF2B5EF4-FFF2-40B4-BE49-F238E27FC236}">
                  <a16:creationId xmlns:a16="http://schemas.microsoft.com/office/drawing/2014/main" id="{3A534348-856C-CC02-15A2-37C978307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352"/>
              <a:ext cx="384" cy="192"/>
              <a:chOff x="384" y="2640"/>
              <a:chExt cx="384" cy="192"/>
            </a:xfrm>
          </p:grpSpPr>
          <p:sp>
            <p:nvSpPr>
              <p:cNvPr id="9285" name="Line 79">
                <a:extLst>
                  <a:ext uri="{FF2B5EF4-FFF2-40B4-BE49-F238E27FC236}">
                    <a16:creationId xmlns:a16="http://schemas.microsoft.com/office/drawing/2014/main" id="{2F79DD10-2497-A92A-04E7-B5D1325EA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6" name="Line 80">
                <a:extLst>
                  <a:ext uri="{FF2B5EF4-FFF2-40B4-BE49-F238E27FC236}">
                    <a16:creationId xmlns:a16="http://schemas.microsoft.com/office/drawing/2014/main" id="{568EC762-9FAE-95C8-7BC7-17673F3B7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7" name="Line 81">
                <a:extLst>
                  <a:ext uri="{FF2B5EF4-FFF2-40B4-BE49-F238E27FC236}">
                    <a16:creationId xmlns:a16="http://schemas.microsoft.com/office/drawing/2014/main" id="{43AF763E-CF7B-7B92-452D-98A6B83DA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8" name="Line 82">
                <a:extLst>
                  <a:ext uri="{FF2B5EF4-FFF2-40B4-BE49-F238E27FC236}">
                    <a16:creationId xmlns:a16="http://schemas.microsoft.com/office/drawing/2014/main" id="{B20090CE-229C-3913-EA1F-A503F5697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9" name="Line 83">
                <a:extLst>
                  <a:ext uri="{FF2B5EF4-FFF2-40B4-BE49-F238E27FC236}">
                    <a16:creationId xmlns:a16="http://schemas.microsoft.com/office/drawing/2014/main" id="{099FD0DC-2542-E589-30DC-DBB68E50A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0" name="Line 84">
                <a:extLst>
                  <a:ext uri="{FF2B5EF4-FFF2-40B4-BE49-F238E27FC236}">
                    <a16:creationId xmlns:a16="http://schemas.microsoft.com/office/drawing/2014/main" id="{F0CE76C9-4C50-76CA-DBCE-7CA99337E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1" name="Line 85">
                <a:extLst>
                  <a:ext uri="{FF2B5EF4-FFF2-40B4-BE49-F238E27FC236}">
                    <a16:creationId xmlns:a16="http://schemas.microsoft.com/office/drawing/2014/main" id="{03C8C560-F022-8AFF-28FD-0AEC31DD4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2" name="Line 86">
                <a:extLst>
                  <a:ext uri="{FF2B5EF4-FFF2-40B4-BE49-F238E27FC236}">
                    <a16:creationId xmlns:a16="http://schemas.microsoft.com/office/drawing/2014/main" id="{6C72A6C5-A879-9544-993E-D2DC050EF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3" name="Line 87">
                <a:extLst>
                  <a:ext uri="{FF2B5EF4-FFF2-40B4-BE49-F238E27FC236}">
                    <a16:creationId xmlns:a16="http://schemas.microsoft.com/office/drawing/2014/main" id="{F9A653C7-0C41-4B46-DB78-9C8358DBE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3" name="Group 88">
              <a:extLst>
                <a:ext uri="{FF2B5EF4-FFF2-40B4-BE49-F238E27FC236}">
                  <a16:creationId xmlns:a16="http://schemas.microsoft.com/office/drawing/2014/main" id="{08E6999C-CEAF-51AD-7CB2-55C92FCA42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352"/>
              <a:ext cx="384" cy="192"/>
              <a:chOff x="384" y="2640"/>
              <a:chExt cx="384" cy="192"/>
            </a:xfrm>
          </p:grpSpPr>
          <p:sp>
            <p:nvSpPr>
              <p:cNvPr id="9276" name="Line 89">
                <a:extLst>
                  <a:ext uri="{FF2B5EF4-FFF2-40B4-BE49-F238E27FC236}">
                    <a16:creationId xmlns:a16="http://schemas.microsoft.com/office/drawing/2014/main" id="{DF0B0F56-A8CB-7D51-0F4C-A6AE5141A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7" name="Line 90">
                <a:extLst>
                  <a:ext uri="{FF2B5EF4-FFF2-40B4-BE49-F238E27FC236}">
                    <a16:creationId xmlns:a16="http://schemas.microsoft.com/office/drawing/2014/main" id="{B99B5370-FED9-7A59-F007-78D7E2497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8" name="Line 91">
                <a:extLst>
                  <a:ext uri="{FF2B5EF4-FFF2-40B4-BE49-F238E27FC236}">
                    <a16:creationId xmlns:a16="http://schemas.microsoft.com/office/drawing/2014/main" id="{32FDC28D-C34D-7E2E-31BF-4F13D4D9E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9" name="Line 92">
                <a:extLst>
                  <a:ext uri="{FF2B5EF4-FFF2-40B4-BE49-F238E27FC236}">
                    <a16:creationId xmlns:a16="http://schemas.microsoft.com/office/drawing/2014/main" id="{FD0945CF-23FA-557E-5DFA-207DBC3C1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0" name="Line 93">
                <a:extLst>
                  <a:ext uri="{FF2B5EF4-FFF2-40B4-BE49-F238E27FC236}">
                    <a16:creationId xmlns:a16="http://schemas.microsoft.com/office/drawing/2014/main" id="{FB0C11D4-925F-BC87-0F1D-B7ED4BE400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1" name="Line 94">
                <a:extLst>
                  <a:ext uri="{FF2B5EF4-FFF2-40B4-BE49-F238E27FC236}">
                    <a16:creationId xmlns:a16="http://schemas.microsoft.com/office/drawing/2014/main" id="{1D4AC181-1ED7-74EF-60DB-0E74FDC03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2" name="Line 95">
                <a:extLst>
                  <a:ext uri="{FF2B5EF4-FFF2-40B4-BE49-F238E27FC236}">
                    <a16:creationId xmlns:a16="http://schemas.microsoft.com/office/drawing/2014/main" id="{EEC8F9E3-EB69-C2E2-A853-76F45551E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3" name="Line 96">
                <a:extLst>
                  <a:ext uri="{FF2B5EF4-FFF2-40B4-BE49-F238E27FC236}">
                    <a16:creationId xmlns:a16="http://schemas.microsoft.com/office/drawing/2014/main" id="{5DA31F94-886C-B4CC-D7B3-62C2FB7F0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4" name="Line 97">
                <a:extLst>
                  <a:ext uri="{FF2B5EF4-FFF2-40B4-BE49-F238E27FC236}">
                    <a16:creationId xmlns:a16="http://schemas.microsoft.com/office/drawing/2014/main" id="{85AF6FAB-B7E3-E36E-2791-BD6A7DC82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4" name="Group 98">
              <a:extLst>
                <a:ext uri="{FF2B5EF4-FFF2-40B4-BE49-F238E27FC236}">
                  <a16:creationId xmlns:a16="http://schemas.microsoft.com/office/drawing/2014/main" id="{F1E4B7DD-7F13-1640-6BFD-4ED5BBAEA2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352"/>
              <a:ext cx="384" cy="192"/>
              <a:chOff x="384" y="2640"/>
              <a:chExt cx="384" cy="192"/>
            </a:xfrm>
          </p:grpSpPr>
          <p:sp>
            <p:nvSpPr>
              <p:cNvPr id="9267" name="Line 99">
                <a:extLst>
                  <a:ext uri="{FF2B5EF4-FFF2-40B4-BE49-F238E27FC236}">
                    <a16:creationId xmlns:a16="http://schemas.microsoft.com/office/drawing/2014/main" id="{BBA3F0F0-EF2E-A70D-0274-93C950308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8" name="Line 100">
                <a:extLst>
                  <a:ext uri="{FF2B5EF4-FFF2-40B4-BE49-F238E27FC236}">
                    <a16:creationId xmlns:a16="http://schemas.microsoft.com/office/drawing/2014/main" id="{5CC9F9FA-6DFF-6663-F30C-79A5BEB25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9" name="Line 101">
                <a:extLst>
                  <a:ext uri="{FF2B5EF4-FFF2-40B4-BE49-F238E27FC236}">
                    <a16:creationId xmlns:a16="http://schemas.microsoft.com/office/drawing/2014/main" id="{490E29A1-0FD8-8385-7F16-92AE20872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0" name="Line 102">
                <a:extLst>
                  <a:ext uri="{FF2B5EF4-FFF2-40B4-BE49-F238E27FC236}">
                    <a16:creationId xmlns:a16="http://schemas.microsoft.com/office/drawing/2014/main" id="{C0EA9E8D-DBE1-B23B-4189-255D3275E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1" name="Line 103">
                <a:extLst>
                  <a:ext uri="{FF2B5EF4-FFF2-40B4-BE49-F238E27FC236}">
                    <a16:creationId xmlns:a16="http://schemas.microsoft.com/office/drawing/2014/main" id="{831A6176-021A-06FA-AFB1-59EDB53D9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2" name="Line 104">
                <a:extLst>
                  <a:ext uri="{FF2B5EF4-FFF2-40B4-BE49-F238E27FC236}">
                    <a16:creationId xmlns:a16="http://schemas.microsoft.com/office/drawing/2014/main" id="{C69240E4-32FE-7B11-5927-AE20EA70A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3" name="Line 105">
                <a:extLst>
                  <a:ext uri="{FF2B5EF4-FFF2-40B4-BE49-F238E27FC236}">
                    <a16:creationId xmlns:a16="http://schemas.microsoft.com/office/drawing/2014/main" id="{1BB11C6B-ADC2-59DE-9C23-691B096E7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4" name="Line 106">
                <a:extLst>
                  <a:ext uri="{FF2B5EF4-FFF2-40B4-BE49-F238E27FC236}">
                    <a16:creationId xmlns:a16="http://schemas.microsoft.com/office/drawing/2014/main" id="{50D012E4-973D-B975-A668-8222CDF0E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5" name="Line 107">
                <a:extLst>
                  <a:ext uri="{FF2B5EF4-FFF2-40B4-BE49-F238E27FC236}">
                    <a16:creationId xmlns:a16="http://schemas.microsoft.com/office/drawing/2014/main" id="{612A0D52-FA41-B5DE-0FF6-B0029CBD7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5" name="Group 108">
              <a:extLst>
                <a:ext uri="{FF2B5EF4-FFF2-40B4-BE49-F238E27FC236}">
                  <a16:creationId xmlns:a16="http://schemas.microsoft.com/office/drawing/2014/main" id="{41C7F907-D8D0-26BB-149C-EB4255392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352"/>
              <a:ext cx="384" cy="192"/>
              <a:chOff x="384" y="2640"/>
              <a:chExt cx="384" cy="192"/>
            </a:xfrm>
          </p:grpSpPr>
          <p:sp>
            <p:nvSpPr>
              <p:cNvPr id="9258" name="Line 109">
                <a:extLst>
                  <a:ext uri="{FF2B5EF4-FFF2-40B4-BE49-F238E27FC236}">
                    <a16:creationId xmlns:a16="http://schemas.microsoft.com/office/drawing/2014/main" id="{B9101BDD-BBCA-FE46-1682-77D9A65A4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9" name="Line 110">
                <a:extLst>
                  <a:ext uri="{FF2B5EF4-FFF2-40B4-BE49-F238E27FC236}">
                    <a16:creationId xmlns:a16="http://schemas.microsoft.com/office/drawing/2014/main" id="{963058A3-7C35-754C-15A1-C766784933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0" name="Line 111">
                <a:extLst>
                  <a:ext uri="{FF2B5EF4-FFF2-40B4-BE49-F238E27FC236}">
                    <a16:creationId xmlns:a16="http://schemas.microsoft.com/office/drawing/2014/main" id="{87B9C1FD-8ACB-CAF3-CE98-7DB4A9F49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1" name="Line 112">
                <a:extLst>
                  <a:ext uri="{FF2B5EF4-FFF2-40B4-BE49-F238E27FC236}">
                    <a16:creationId xmlns:a16="http://schemas.microsoft.com/office/drawing/2014/main" id="{DC9B02A2-9AE5-A763-D950-3BCDEDE54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2" name="Line 113">
                <a:extLst>
                  <a:ext uri="{FF2B5EF4-FFF2-40B4-BE49-F238E27FC236}">
                    <a16:creationId xmlns:a16="http://schemas.microsoft.com/office/drawing/2014/main" id="{051C79AA-867D-20EF-57F9-8D0017F78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3" name="Line 114">
                <a:extLst>
                  <a:ext uri="{FF2B5EF4-FFF2-40B4-BE49-F238E27FC236}">
                    <a16:creationId xmlns:a16="http://schemas.microsoft.com/office/drawing/2014/main" id="{840D6D10-C2EE-36A1-0D98-44BA2ED40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4" name="Line 115">
                <a:extLst>
                  <a:ext uri="{FF2B5EF4-FFF2-40B4-BE49-F238E27FC236}">
                    <a16:creationId xmlns:a16="http://schemas.microsoft.com/office/drawing/2014/main" id="{6ED92B06-35BB-7F58-CCBB-9D6638445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5" name="Line 116">
                <a:extLst>
                  <a:ext uri="{FF2B5EF4-FFF2-40B4-BE49-F238E27FC236}">
                    <a16:creationId xmlns:a16="http://schemas.microsoft.com/office/drawing/2014/main" id="{FFB1AE19-40E3-A278-6633-9B045A2E7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6" name="Line 117">
                <a:extLst>
                  <a:ext uri="{FF2B5EF4-FFF2-40B4-BE49-F238E27FC236}">
                    <a16:creationId xmlns:a16="http://schemas.microsoft.com/office/drawing/2014/main" id="{B49C8AB5-849F-8F3D-615E-073D480FB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36" name="Group 118">
              <a:extLst>
                <a:ext uri="{FF2B5EF4-FFF2-40B4-BE49-F238E27FC236}">
                  <a16:creationId xmlns:a16="http://schemas.microsoft.com/office/drawing/2014/main" id="{686F83B8-7E73-6609-59CD-94074C661D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2352"/>
              <a:ext cx="384" cy="192"/>
              <a:chOff x="384" y="2640"/>
              <a:chExt cx="384" cy="192"/>
            </a:xfrm>
          </p:grpSpPr>
          <p:sp>
            <p:nvSpPr>
              <p:cNvPr id="9249" name="Line 119">
                <a:extLst>
                  <a:ext uri="{FF2B5EF4-FFF2-40B4-BE49-F238E27FC236}">
                    <a16:creationId xmlns:a16="http://schemas.microsoft.com/office/drawing/2014/main" id="{25E78C97-D1AA-8600-DD16-4D791EF80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0" name="Line 120">
                <a:extLst>
                  <a:ext uri="{FF2B5EF4-FFF2-40B4-BE49-F238E27FC236}">
                    <a16:creationId xmlns:a16="http://schemas.microsoft.com/office/drawing/2014/main" id="{83BB29F0-BEA4-A7D0-67C6-C68CDDF20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1" name="Line 121">
                <a:extLst>
                  <a:ext uri="{FF2B5EF4-FFF2-40B4-BE49-F238E27FC236}">
                    <a16:creationId xmlns:a16="http://schemas.microsoft.com/office/drawing/2014/main" id="{5BCFA1AB-A021-6F7F-7950-C056B102A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2" name="Line 122">
                <a:extLst>
                  <a:ext uri="{FF2B5EF4-FFF2-40B4-BE49-F238E27FC236}">
                    <a16:creationId xmlns:a16="http://schemas.microsoft.com/office/drawing/2014/main" id="{EB2D24EC-DF16-832B-F68C-046EB19F7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3" name="Line 123">
                <a:extLst>
                  <a:ext uri="{FF2B5EF4-FFF2-40B4-BE49-F238E27FC236}">
                    <a16:creationId xmlns:a16="http://schemas.microsoft.com/office/drawing/2014/main" id="{FF720656-B98E-38B2-342D-202612CC3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4" name="Line 124">
                <a:extLst>
                  <a:ext uri="{FF2B5EF4-FFF2-40B4-BE49-F238E27FC236}">
                    <a16:creationId xmlns:a16="http://schemas.microsoft.com/office/drawing/2014/main" id="{E6DD65DE-46B0-AD69-B31F-5BF27891D5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5" name="Line 125">
                <a:extLst>
                  <a:ext uri="{FF2B5EF4-FFF2-40B4-BE49-F238E27FC236}">
                    <a16:creationId xmlns:a16="http://schemas.microsoft.com/office/drawing/2014/main" id="{A8C07D10-A9F9-9287-8644-64DF0D612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6" name="Line 126">
                <a:extLst>
                  <a:ext uri="{FF2B5EF4-FFF2-40B4-BE49-F238E27FC236}">
                    <a16:creationId xmlns:a16="http://schemas.microsoft.com/office/drawing/2014/main" id="{13302DF5-AF18-3739-08D0-BD2453A43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7" name="Line 127">
                <a:extLst>
                  <a:ext uri="{FF2B5EF4-FFF2-40B4-BE49-F238E27FC236}">
                    <a16:creationId xmlns:a16="http://schemas.microsoft.com/office/drawing/2014/main" id="{E4205A5A-C10A-7F12-269F-C74057E12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37" name="Text Box 128">
              <a:extLst>
                <a:ext uri="{FF2B5EF4-FFF2-40B4-BE49-F238E27FC236}">
                  <a16:creationId xmlns:a16="http://schemas.microsoft.com/office/drawing/2014/main" id="{23DEBC29-3BDD-A288-56F1-593A1C6A6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93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cm</a:t>
              </a:r>
            </a:p>
          </p:txBody>
        </p:sp>
        <p:sp>
          <p:nvSpPr>
            <p:cNvPr id="9238" name="Text Box 129">
              <a:extLst>
                <a:ext uri="{FF2B5EF4-FFF2-40B4-BE49-F238E27FC236}">
                  <a16:creationId xmlns:a16="http://schemas.microsoft.com/office/drawing/2014/main" id="{67E0AAE7-0A1E-AFD6-E55F-4E8AF9DFE5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239" name="Text Box 130">
              <a:extLst>
                <a:ext uri="{FF2B5EF4-FFF2-40B4-BE49-F238E27FC236}">
                  <a16:creationId xmlns:a16="http://schemas.microsoft.com/office/drawing/2014/main" id="{2289E74F-C373-9B02-2530-8192CCE00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240" name="Text Box 131">
              <a:extLst>
                <a:ext uri="{FF2B5EF4-FFF2-40B4-BE49-F238E27FC236}">
                  <a16:creationId xmlns:a16="http://schemas.microsoft.com/office/drawing/2014/main" id="{867A7F61-51B6-D777-D0BA-6FE9C40CF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241" name="Text Box 132">
              <a:extLst>
                <a:ext uri="{FF2B5EF4-FFF2-40B4-BE49-F238E27FC236}">
                  <a16:creationId xmlns:a16="http://schemas.microsoft.com/office/drawing/2014/main" id="{E68D8ADF-02E0-484C-5880-3F0E5DB0F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242" name="Text Box 133">
              <a:extLst>
                <a:ext uri="{FF2B5EF4-FFF2-40B4-BE49-F238E27FC236}">
                  <a16:creationId xmlns:a16="http://schemas.microsoft.com/office/drawing/2014/main" id="{CE8765CA-8D0B-AB70-9E54-7368CE359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243" name="Text Box 134">
              <a:extLst>
                <a:ext uri="{FF2B5EF4-FFF2-40B4-BE49-F238E27FC236}">
                  <a16:creationId xmlns:a16="http://schemas.microsoft.com/office/drawing/2014/main" id="{47F3615C-B5ED-65EA-94E7-2D1E689D8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9244" name="Text Box 135">
              <a:extLst>
                <a:ext uri="{FF2B5EF4-FFF2-40B4-BE49-F238E27FC236}">
                  <a16:creationId xmlns:a16="http://schemas.microsoft.com/office/drawing/2014/main" id="{E881DFD6-2887-20B7-F07D-D783CD424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9245" name="Text Box 136">
              <a:extLst>
                <a:ext uri="{FF2B5EF4-FFF2-40B4-BE49-F238E27FC236}">
                  <a16:creationId xmlns:a16="http://schemas.microsoft.com/office/drawing/2014/main" id="{BF08A6E7-7E0E-E32E-EAF0-A5E45AF56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9246" name="Text Box 137">
              <a:extLst>
                <a:ext uri="{FF2B5EF4-FFF2-40B4-BE49-F238E27FC236}">
                  <a16:creationId xmlns:a16="http://schemas.microsoft.com/office/drawing/2014/main" id="{73D22803-5001-051E-F101-0C8AD8EE5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9247" name="Text Box 138">
              <a:extLst>
                <a:ext uri="{FF2B5EF4-FFF2-40B4-BE49-F238E27FC236}">
                  <a16:creationId xmlns:a16="http://schemas.microsoft.com/office/drawing/2014/main" id="{7DB804B5-7344-2B98-B378-69F4493D1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9248" name="Text Box 139">
              <a:extLst>
                <a:ext uri="{FF2B5EF4-FFF2-40B4-BE49-F238E27FC236}">
                  <a16:creationId xmlns:a16="http://schemas.microsoft.com/office/drawing/2014/main" id="{96CB8D96-A2B9-AD86-D4FF-31E5D20BD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592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10</a:t>
              </a:r>
            </a:p>
          </p:txBody>
        </p:sp>
      </p:grpSp>
      <p:pic>
        <p:nvPicPr>
          <p:cNvPr id="30860" name="Picture 140" descr="MCAN04187_0000[1]">
            <a:extLst>
              <a:ext uri="{FF2B5EF4-FFF2-40B4-BE49-F238E27FC236}">
                <a16:creationId xmlns:a16="http://schemas.microsoft.com/office/drawing/2014/main" id="{9CF84B14-06AD-D186-59D7-298194319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3766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1" name="Line 141">
            <a:extLst>
              <a:ext uri="{FF2B5EF4-FFF2-40B4-BE49-F238E27FC236}">
                <a16:creationId xmlns:a16="http://schemas.microsoft.com/office/drawing/2014/main" id="{B610811F-D550-5522-FD4F-8E0C95B535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" y="3276600"/>
            <a:ext cx="22860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584 3.4104E-6 L 0.00416 3.4104E-6 " pathEditMode="relative" rAng="0" ptsTypes="AA">
                                      <p:cBhvr>
                                        <p:cTn id="12" dur="2000" spd="-100000" fill="hold"/>
                                        <p:tgtEl>
                                          <p:spTgt spid="308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6B51B58-53C0-D2CF-3EA5-B4B5F8AA9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Distance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1D02D8F-04F8-40BC-9A3D-C37D8EDD23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/>
              <a:t>Distance does not depend on direction.</a:t>
            </a:r>
          </a:p>
          <a:p>
            <a:pPr eaLnBrk="1" hangingPunct="1">
              <a:defRPr/>
            </a:pPr>
            <a:r>
              <a:rPr lang="en-US" altLang="en-US" sz="2800"/>
              <a:t>Let’s follow the ant again.</a:t>
            </a:r>
          </a:p>
          <a:p>
            <a:pPr eaLnBrk="1" hangingPunct="1">
              <a:defRPr/>
            </a:pPr>
            <a:endParaRPr lang="en-US" altLang="en-US" sz="2800"/>
          </a:p>
          <a:p>
            <a:pPr eaLnBrk="1" hangingPunct="1">
              <a:defRPr/>
            </a:pPr>
            <a:endParaRPr lang="en-US" altLang="en-US" sz="2800"/>
          </a:p>
          <a:p>
            <a:pPr eaLnBrk="1" hangingPunct="1">
              <a:defRPr/>
            </a:pPr>
            <a:endParaRPr lang="en-US" altLang="en-US" sz="2800"/>
          </a:p>
          <a:p>
            <a:pPr eaLnBrk="1" hangingPunct="1">
              <a:defRPr/>
            </a:pPr>
            <a:endParaRPr lang="en-US" altLang="en-US" sz="2800"/>
          </a:p>
          <a:p>
            <a:pPr eaLnBrk="1" hangingPunct="1">
              <a:defRPr/>
            </a:pPr>
            <a:endParaRPr lang="en-US" altLang="en-US" sz="2800"/>
          </a:p>
          <a:p>
            <a:pPr eaLnBrk="1" hangingPunct="1">
              <a:defRPr/>
            </a:pPr>
            <a:r>
              <a:rPr lang="en-US" altLang="en-US" sz="2800"/>
              <a:t>What distance did the ant walk this time?</a:t>
            </a:r>
          </a:p>
          <a:p>
            <a:pPr eaLnBrk="1" hangingPunct="1">
              <a:defRPr/>
            </a:pPr>
            <a:r>
              <a:rPr lang="en-US" altLang="en-US" sz="2800"/>
              <a:t>d = 7 cm</a:t>
            </a:r>
          </a:p>
        </p:txBody>
      </p:sp>
      <p:grpSp>
        <p:nvGrpSpPr>
          <p:cNvPr id="11268" name="Group 151">
            <a:extLst>
              <a:ext uri="{FF2B5EF4-FFF2-40B4-BE49-F238E27FC236}">
                <a16:creationId xmlns:a16="http://schemas.microsoft.com/office/drawing/2014/main" id="{ED2893D5-2ADF-61D0-F8E4-A767C1A18A10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819400"/>
            <a:ext cx="8763000" cy="1981200"/>
            <a:chOff x="96" y="1776"/>
            <a:chExt cx="5520" cy="1248"/>
          </a:xfrm>
        </p:grpSpPr>
        <p:sp>
          <p:nvSpPr>
            <p:cNvPr id="11273" name="Rectangle 4">
              <a:extLst>
                <a:ext uri="{FF2B5EF4-FFF2-40B4-BE49-F238E27FC236}">
                  <a16:creationId xmlns:a16="http://schemas.microsoft.com/office/drawing/2014/main" id="{07BA3B78-9AD1-F73E-A84E-694C0AA5C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776"/>
              <a:ext cx="5520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4" name="Rectangle 5">
              <a:extLst>
                <a:ext uri="{FF2B5EF4-FFF2-40B4-BE49-F238E27FC236}">
                  <a16:creationId xmlns:a16="http://schemas.microsoft.com/office/drawing/2014/main" id="{2835BA72-BC1C-6DB6-A01E-7BEC8CADF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304"/>
              <a:ext cx="5520" cy="720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11275" name="Group 6">
              <a:extLst>
                <a:ext uri="{FF2B5EF4-FFF2-40B4-BE49-F238E27FC236}">
                  <a16:creationId xmlns:a16="http://schemas.microsoft.com/office/drawing/2014/main" id="{0154BF6A-0777-9C53-DB25-BE058878A5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304"/>
              <a:ext cx="4800" cy="240"/>
              <a:chOff x="336" y="2640"/>
              <a:chExt cx="4800" cy="144"/>
            </a:xfrm>
          </p:grpSpPr>
          <p:sp>
            <p:nvSpPr>
              <p:cNvPr id="11398" name="Line 7">
                <a:extLst>
                  <a:ext uri="{FF2B5EF4-FFF2-40B4-BE49-F238E27FC236}">
                    <a16:creationId xmlns:a16="http://schemas.microsoft.com/office/drawing/2014/main" id="{58DA4221-E6C2-9DAA-689D-B449BE975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9" name="Line 8">
                <a:extLst>
                  <a:ext uri="{FF2B5EF4-FFF2-40B4-BE49-F238E27FC236}">
                    <a16:creationId xmlns:a16="http://schemas.microsoft.com/office/drawing/2014/main" id="{3DEAEC53-5EB7-237D-AD40-A33B9C2E25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0" name="Line 9">
                <a:extLst>
                  <a:ext uri="{FF2B5EF4-FFF2-40B4-BE49-F238E27FC236}">
                    <a16:creationId xmlns:a16="http://schemas.microsoft.com/office/drawing/2014/main" id="{5960675E-4554-51E6-0743-7729F74BE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1" name="Line 10">
                <a:extLst>
                  <a:ext uri="{FF2B5EF4-FFF2-40B4-BE49-F238E27FC236}">
                    <a16:creationId xmlns:a16="http://schemas.microsoft.com/office/drawing/2014/main" id="{9E369D86-17B2-6289-6411-13B57544F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2" name="Line 11">
                <a:extLst>
                  <a:ext uri="{FF2B5EF4-FFF2-40B4-BE49-F238E27FC236}">
                    <a16:creationId xmlns:a16="http://schemas.microsoft.com/office/drawing/2014/main" id="{4729AABE-9C4C-BA43-2A29-97DD0E447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3" name="Line 12">
                <a:extLst>
                  <a:ext uri="{FF2B5EF4-FFF2-40B4-BE49-F238E27FC236}">
                    <a16:creationId xmlns:a16="http://schemas.microsoft.com/office/drawing/2014/main" id="{34D45D49-B07D-A818-4676-309497565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4" name="Line 13">
                <a:extLst>
                  <a:ext uri="{FF2B5EF4-FFF2-40B4-BE49-F238E27FC236}">
                    <a16:creationId xmlns:a16="http://schemas.microsoft.com/office/drawing/2014/main" id="{F8A1D615-D62C-3756-F639-ABB77A95A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5" name="Line 14">
                <a:extLst>
                  <a:ext uri="{FF2B5EF4-FFF2-40B4-BE49-F238E27FC236}">
                    <a16:creationId xmlns:a16="http://schemas.microsoft.com/office/drawing/2014/main" id="{28068055-7029-1068-24D1-72120C1F7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6" name="Line 15">
                <a:extLst>
                  <a:ext uri="{FF2B5EF4-FFF2-40B4-BE49-F238E27FC236}">
                    <a16:creationId xmlns:a16="http://schemas.microsoft.com/office/drawing/2014/main" id="{C471BFE0-855B-48FA-6B43-84EE9263A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7" name="Line 16">
                <a:extLst>
                  <a:ext uri="{FF2B5EF4-FFF2-40B4-BE49-F238E27FC236}">
                    <a16:creationId xmlns:a16="http://schemas.microsoft.com/office/drawing/2014/main" id="{B9AA64C4-D2BB-FD3D-3C63-C78500607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8" name="Line 17">
                <a:extLst>
                  <a:ext uri="{FF2B5EF4-FFF2-40B4-BE49-F238E27FC236}">
                    <a16:creationId xmlns:a16="http://schemas.microsoft.com/office/drawing/2014/main" id="{6DC5C9BE-38D9-2643-C350-1D410037B0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2640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76" name="Group 18">
              <a:extLst>
                <a:ext uri="{FF2B5EF4-FFF2-40B4-BE49-F238E27FC236}">
                  <a16:creationId xmlns:a16="http://schemas.microsoft.com/office/drawing/2014/main" id="{F63A4466-864C-5270-38AC-0C282FEC6E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304"/>
              <a:ext cx="384" cy="192"/>
              <a:chOff x="384" y="2640"/>
              <a:chExt cx="384" cy="192"/>
            </a:xfrm>
          </p:grpSpPr>
          <p:sp>
            <p:nvSpPr>
              <p:cNvPr id="11389" name="Line 19">
                <a:extLst>
                  <a:ext uri="{FF2B5EF4-FFF2-40B4-BE49-F238E27FC236}">
                    <a16:creationId xmlns:a16="http://schemas.microsoft.com/office/drawing/2014/main" id="{DC9218F3-2B7C-173B-4855-3BDFE7DB1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0" name="Line 20">
                <a:extLst>
                  <a:ext uri="{FF2B5EF4-FFF2-40B4-BE49-F238E27FC236}">
                    <a16:creationId xmlns:a16="http://schemas.microsoft.com/office/drawing/2014/main" id="{DB36B504-B15F-D03E-535A-A3C90E4B5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1" name="Line 21">
                <a:extLst>
                  <a:ext uri="{FF2B5EF4-FFF2-40B4-BE49-F238E27FC236}">
                    <a16:creationId xmlns:a16="http://schemas.microsoft.com/office/drawing/2014/main" id="{DC66FEE6-67C5-0837-B092-6B95C768CD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2" name="Line 22">
                <a:extLst>
                  <a:ext uri="{FF2B5EF4-FFF2-40B4-BE49-F238E27FC236}">
                    <a16:creationId xmlns:a16="http://schemas.microsoft.com/office/drawing/2014/main" id="{8ED269AF-EA5E-3DD7-6971-A942B91E4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3" name="Line 23">
                <a:extLst>
                  <a:ext uri="{FF2B5EF4-FFF2-40B4-BE49-F238E27FC236}">
                    <a16:creationId xmlns:a16="http://schemas.microsoft.com/office/drawing/2014/main" id="{158FDA1B-8F54-BE2F-A4C7-2FA35AA88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4" name="Line 24">
                <a:extLst>
                  <a:ext uri="{FF2B5EF4-FFF2-40B4-BE49-F238E27FC236}">
                    <a16:creationId xmlns:a16="http://schemas.microsoft.com/office/drawing/2014/main" id="{82171995-4E78-FB9C-EE16-EDE2A697C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5" name="Line 25">
                <a:extLst>
                  <a:ext uri="{FF2B5EF4-FFF2-40B4-BE49-F238E27FC236}">
                    <a16:creationId xmlns:a16="http://schemas.microsoft.com/office/drawing/2014/main" id="{D1EFD740-8F5B-FD68-8E03-57860E8E40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6" name="Line 26">
                <a:extLst>
                  <a:ext uri="{FF2B5EF4-FFF2-40B4-BE49-F238E27FC236}">
                    <a16:creationId xmlns:a16="http://schemas.microsoft.com/office/drawing/2014/main" id="{A4A30616-D74E-0914-9E25-9672975CE2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" name="Line 27">
                <a:extLst>
                  <a:ext uri="{FF2B5EF4-FFF2-40B4-BE49-F238E27FC236}">
                    <a16:creationId xmlns:a16="http://schemas.microsoft.com/office/drawing/2014/main" id="{F3DE9A79-8954-DE32-8FAF-17080EBB2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77" name="Group 28">
              <a:extLst>
                <a:ext uri="{FF2B5EF4-FFF2-40B4-BE49-F238E27FC236}">
                  <a16:creationId xmlns:a16="http://schemas.microsoft.com/office/drawing/2014/main" id="{B1313185-3048-829C-A297-1E7E1B626B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304"/>
              <a:ext cx="384" cy="192"/>
              <a:chOff x="384" y="2640"/>
              <a:chExt cx="384" cy="192"/>
            </a:xfrm>
          </p:grpSpPr>
          <p:sp>
            <p:nvSpPr>
              <p:cNvPr id="11380" name="Line 29">
                <a:extLst>
                  <a:ext uri="{FF2B5EF4-FFF2-40B4-BE49-F238E27FC236}">
                    <a16:creationId xmlns:a16="http://schemas.microsoft.com/office/drawing/2014/main" id="{368B9DC8-CC51-AD36-A80C-D0AB8D75B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1" name="Line 30">
                <a:extLst>
                  <a:ext uri="{FF2B5EF4-FFF2-40B4-BE49-F238E27FC236}">
                    <a16:creationId xmlns:a16="http://schemas.microsoft.com/office/drawing/2014/main" id="{FC0787EF-4509-46E6-2392-F384168C3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2" name="Line 31">
                <a:extLst>
                  <a:ext uri="{FF2B5EF4-FFF2-40B4-BE49-F238E27FC236}">
                    <a16:creationId xmlns:a16="http://schemas.microsoft.com/office/drawing/2014/main" id="{CF0414B7-3CEF-22D8-C403-360D0CEFD7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3" name="Line 32">
                <a:extLst>
                  <a:ext uri="{FF2B5EF4-FFF2-40B4-BE49-F238E27FC236}">
                    <a16:creationId xmlns:a16="http://schemas.microsoft.com/office/drawing/2014/main" id="{F2EC4311-13EE-6B38-E0FC-1FA2B1525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4" name="Line 33">
                <a:extLst>
                  <a:ext uri="{FF2B5EF4-FFF2-40B4-BE49-F238E27FC236}">
                    <a16:creationId xmlns:a16="http://schemas.microsoft.com/office/drawing/2014/main" id="{74989E6B-E5FC-8941-FEB9-5920EAC87F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5" name="Line 34">
                <a:extLst>
                  <a:ext uri="{FF2B5EF4-FFF2-40B4-BE49-F238E27FC236}">
                    <a16:creationId xmlns:a16="http://schemas.microsoft.com/office/drawing/2014/main" id="{A76D427F-F499-05DB-5622-362F89D00E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6" name="Line 35">
                <a:extLst>
                  <a:ext uri="{FF2B5EF4-FFF2-40B4-BE49-F238E27FC236}">
                    <a16:creationId xmlns:a16="http://schemas.microsoft.com/office/drawing/2014/main" id="{737BDC5F-82D9-8DDA-FE25-4A6420C17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7" name="Line 36">
                <a:extLst>
                  <a:ext uri="{FF2B5EF4-FFF2-40B4-BE49-F238E27FC236}">
                    <a16:creationId xmlns:a16="http://schemas.microsoft.com/office/drawing/2014/main" id="{AF88B3E9-7B18-2609-26C0-D228FD3F0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8" name="Line 37">
                <a:extLst>
                  <a:ext uri="{FF2B5EF4-FFF2-40B4-BE49-F238E27FC236}">
                    <a16:creationId xmlns:a16="http://schemas.microsoft.com/office/drawing/2014/main" id="{258B313A-39B0-CD36-CC9E-5FD289384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78" name="Group 38">
              <a:extLst>
                <a:ext uri="{FF2B5EF4-FFF2-40B4-BE49-F238E27FC236}">
                  <a16:creationId xmlns:a16="http://schemas.microsoft.com/office/drawing/2014/main" id="{6820FBC8-C246-F8BD-C991-AA12B5E8D1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304"/>
              <a:ext cx="384" cy="192"/>
              <a:chOff x="384" y="2640"/>
              <a:chExt cx="384" cy="192"/>
            </a:xfrm>
          </p:grpSpPr>
          <p:sp>
            <p:nvSpPr>
              <p:cNvPr id="11371" name="Line 39">
                <a:extLst>
                  <a:ext uri="{FF2B5EF4-FFF2-40B4-BE49-F238E27FC236}">
                    <a16:creationId xmlns:a16="http://schemas.microsoft.com/office/drawing/2014/main" id="{5A89F87C-6C4C-9A34-8A60-D0C9F5027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2" name="Line 40">
                <a:extLst>
                  <a:ext uri="{FF2B5EF4-FFF2-40B4-BE49-F238E27FC236}">
                    <a16:creationId xmlns:a16="http://schemas.microsoft.com/office/drawing/2014/main" id="{919DDF7E-01D2-F811-DF2B-FD2E3A9BD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3" name="Line 41">
                <a:extLst>
                  <a:ext uri="{FF2B5EF4-FFF2-40B4-BE49-F238E27FC236}">
                    <a16:creationId xmlns:a16="http://schemas.microsoft.com/office/drawing/2014/main" id="{C057BDAE-2C89-15D8-96D7-5D520F6C6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4" name="Line 42">
                <a:extLst>
                  <a:ext uri="{FF2B5EF4-FFF2-40B4-BE49-F238E27FC236}">
                    <a16:creationId xmlns:a16="http://schemas.microsoft.com/office/drawing/2014/main" id="{AAA12FC9-C55A-5926-79C1-2FDE8355B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5" name="Line 43">
                <a:extLst>
                  <a:ext uri="{FF2B5EF4-FFF2-40B4-BE49-F238E27FC236}">
                    <a16:creationId xmlns:a16="http://schemas.microsoft.com/office/drawing/2014/main" id="{A6B79194-BF76-6D4E-0853-E06E26345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6" name="Line 44">
                <a:extLst>
                  <a:ext uri="{FF2B5EF4-FFF2-40B4-BE49-F238E27FC236}">
                    <a16:creationId xmlns:a16="http://schemas.microsoft.com/office/drawing/2014/main" id="{50F55B95-C23D-58A4-0870-45C0C1D7F7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7" name="Line 45">
                <a:extLst>
                  <a:ext uri="{FF2B5EF4-FFF2-40B4-BE49-F238E27FC236}">
                    <a16:creationId xmlns:a16="http://schemas.microsoft.com/office/drawing/2014/main" id="{A837F7F5-A054-3B8F-C572-9A48743B2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8" name="Line 46">
                <a:extLst>
                  <a:ext uri="{FF2B5EF4-FFF2-40B4-BE49-F238E27FC236}">
                    <a16:creationId xmlns:a16="http://schemas.microsoft.com/office/drawing/2014/main" id="{3A29948E-BA5A-B0A7-8B93-B8026B043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9" name="Line 47">
                <a:extLst>
                  <a:ext uri="{FF2B5EF4-FFF2-40B4-BE49-F238E27FC236}">
                    <a16:creationId xmlns:a16="http://schemas.microsoft.com/office/drawing/2014/main" id="{13F92DC7-CC53-824F-93C1-8E32175CD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79" name="Group 48">
              <a:extLst>
                <a:ext uri="{FF2B5EF4-FFF2-40B4-BE49-F238E27FC236}">
                  <a16:creationId xmlns:a16="http://schemas.microsoft.com/office/drawing/2014/main" id="{ABF6560F-AF4A-50F7-9F7E-72938BF58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304"/>
              <a:ext cx="384" cy="192"/>
              <a:chOff x="384" y="2640"/>
              <a:chExt cx="384" cy="192"/>
            </a:xfrm>
          </p:grpSpPr>
          <p:sp>
            <p:nvSpPr>
              <p:cNvPr id="11362" name="Line 49">
                <a:extLst>
                  <a:ext uri="{FF2B5EF4-FFF2-40B4-BE49-F238E27FC236}">
                    <a16:creationId xmlns:a16="http://schemas.microsoft.com/office/drawing/2014/main" id="{0E46B20C-A19E-3DD0-5BF5-402F0AFDA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3" name="Line 50">
                <a:extLst>
                  <a:ext uri="{FF2B5EF4-FFF2-40B4-BE49-F238E27FC236}">
                    <a16:creationId xmlns:a16="http://schemas.microsoft.com/office/drawing/2014/main" id="{AEDA9DDD-7583-B861-7418-4A5826053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4" name="Line 51">
                <a:extLst>
                  <a:ext uri="{FF2B5EF4-FFF2-40B4-BE49-F238E27FC236}">
                    <a16:creationId xmlns:a16="http://schemas.microsoft.com/office/drawing/2014/main" id="{DD46A7A3-A851-A31C-31FE-A673F91DD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5" name="Line 52">
                <a:extLst>
                  <a:ext uri="{FF2B5EF4-FFF2-40B4-BE49-F238E27FC236}">
                    <a16:creationId xmlns:a16="http://schemas.microsoft.com/office/drawing/2014/main" id="{0C3ACE10-CCFD-FD17-8666-CA157AD63D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6" name="Line 53">
                <a:extLst>
                  <a:ext uri="{FF2B5EF4-FFF2-40B4-BE49-F238E27FC236}">
                    <a16:creationId xmlns:a16="http://schemas.microsoft.com/office/drawing/2014/main" id="{B076A5D3-D935-55A8-0FB2-CE667786F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7" name="Line 54">
                <a:extLst>
                  <a:ext uri="{FF2B5EF4-FFF2-40B4-BE49-F238E27FC236}">
                    <a16:creationId xmlns:a16="http://schemas.microsoft.com/office/drawing/2014/main" id="{CB1D1D71-791E-AE28-F07A-503507AE7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8" name="Line 55">
                <a:extLst>
                  <a:ext uri="{FF2B5EF4-FFF2-40B4-BE49-F238E27FC236}">
                    <a16:creationId xmlns:a16="http://schemas.microsoft.com/office/drawing/2014/main" id="{564C038F-88B1-8F58-03B8-7703A0A4C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9" name="Line 56">
                <a:extLst>
                  <a:ext uri="{FF2B5EF4-FFF2-40B4-BE49-F238E27FC236}">
                    <a16:creationId xmlns:a16="http://schemas.microsoft.com/office/drawing/2014/main" id="{4913EEE9-B45C-4927-0D44-B83D4CB49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0" name="Line 57">
                <a:extLst>
                  <a:ext uri="{FF2B5EF4-FFF2-40B4-BE49-F238E27FC236}">
                    <a16:creationId xmlns:a16="http://schemas.microsoft.com/office/drawing/2014/main" id="{2D174EA4-F2D8-6E3D-639E-C410DCDED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0" name="Group 58">
              <a:extLst>
                <a:ext uri="{FF2B5EF4-FFF2-40B4-BE49-F238E27FC236}">
                  <a16:creationId xmlns:a16="http://schemas.microsoft.com/office/drawing/2014/main" id="{67E7509F-2169-CFAB-8BB0-CF217AB4F1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304"/>
              <a:ext cx="384" cy="192"/>
              <a:chOff x="384" y="2640"/>
              <a:chExt cx="384" cy="192"/>
            </a:xfrm>
          </p:grpSpPr>
          <p:sp>
            <p:nvSpPr>
              <p:cNvPr id="11353" name="Line 59">
                <a:extLst>
                  <a:ext uri="{FF2B5EF4-FFF2-40B4-BE49-F238E27FC236}">
                    <a16:creationId xmlns:a16="http://schemas.microsoft.com/office/drawing/2014/main" id="{45D18936-6038-A20A-68AC-1AF751E19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4" name="Line 60">
                <a:extLst>
                  <a:ext uri="{FF2B5EF4-FFF2-40B4-BE49-F238E27FC236}">
                    <a16:creationId xmlns:a16="http://schemas.microsoft.com/office/drawing/2014/main" id="{1BAB0B33-07EF-4674-5862-215A63AC8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5" name="Line 61">
                <a:extLst>
                  <a:ext uri="{FF2B5EF4-FFF2-40B4-BE49-F238E27FC236}">
                    <a16:creationId xmlns:a16="http://schemas.microsoft.com/office/drawing/2014/main" id="{078B7EC3-029F-DD8B-5DC9-FC7DD2708A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6" name="Line 62">
                <a:extLst>
                  <a:ext uri="{FF2B5EF4-FFF2-40B4-BE49-F238E27FC236}">
                    <a16:creationId xmlns:a16="http://schemas.microsoft.com/office/drawing/2014/main" id="{97DECA0A-F4EB-9746-F57C-9F6C26248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7" name="Line 63">
                <a:extLst>
                  <a:ext uri="{FF2B5EF4-FFF2-40B4-BE49-F238E27FC236}">
                    <a16:creationId xmlns:a16="http://schemas.microsoft.com/office/drawing/2014/main" id="{9D90D1FE-2C53-FC04-E4B6-A2EAD08FD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8" name="Line 64">
                <a:extLst>
                  <a:ext uri="{FF2B5EF4-FFF2-40B4-BE49-F238E27FC236}">
                    <a16:creationId xmlns:a16="http://schemas.microsoft.com/office/drawing/2014/main" id="{232324A5-7CAF-1DFB-7247-F05D46928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9" name="Line 65">
                <a:extLst>
                  <a:ext uri="{FF2B5EF4-FFF2-40B4-BE49-F238E27FC236}">
                    <a16:creationId xmlns:a16="http://schemas.microsoft.com/office/drawing/2014/main" id="{9420D443-9225-6B25-E125-6E1EDA532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0" name="Line 66">
                <a:extLst>
                  <a:ext uri="{FF2B5EF4-FFF2-40B4-BE49-F238E27FC236}">
                    <a16:creationId xmlns:a16="http://schemas.microsoft.com/office/drawing/2014/main" id="{E2B96F60-24F4-4D7A-5BE4-9EDB22BF4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1" name="Line 67">
                <a:extLst>
                  <a:ext uri="{FF2B5EF4-FFF2-40B4-BE49-F238E27FC236}">
                    <a16:creationId xmlns:a16="http://schemas.microsoft.com/office/drawing/2014/main" id="{82C7EBB5-5135-6D5F-AA8A-34939C491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1" name="Group 68">
              <a:extLst>
                <a:ext uri="{FF2B5EF4-FFF2-40B4-BE49-F238E27FC236}">
                  <a16:creationId xmlns:a16="http://schemas.microsoft.com/office/drawing/2014/main" id="{5332E1D7-8B74-4CC8-689B-866064BBBB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2304"/>
              <a:ext cx="384" cy="192"/>
              <a:chOff x="384" y="2640"/>
              <a:chExt cx="384" cy="192"/>
            </a:xfrm>
          </p:grpSpPr>
          <p:sp>
            <p:nvSpPr>
              <p:cNvPr id="11344" name="Line 69">
                <a:extLst>
                  <a:ext uri="{FF2B5EF4-FFF2-40B4-BE49-F238E27FC236}">
                    <a16:creationId xmlns:a16="http://schemas.microsoft.com/office/drawing/2014/main" id="{47AD9CA3-2F58-3B7E-A4FA-ED88DCD84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5" name="Line 70">
                <a:extLst>
                  <a:ext uri="{FF2B5EF4-FFF2-40B4-BE49-F238E27FC236}">
                    <a16:creationId xmlns:a16="http://schemas.microsoft.com/office/drawing/2014/main" id="{9E521084-9B23-A6F4-3F82-8FF441752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6" name="Line 71">
                <a:extLst>
                  <a:ext uri="{FF2B5EF4-FFF2-40B4-BE49-F238E27FC236}">
                    <a16:creationId xmlns:a16="http://schemas.microsoft.com/office/drawing/2014/main" id="{8E33469D-15F4-A250-DDAB-EFC1CE433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7" name="Line 72">
                <a:extLst>
                  <a:ext uri="{FF2B5EF4-FFF2-40B4-BE49-F238E27FC236}">
                    <a16:creationId xmlns:a16="http://schemas.microsoft.com/office/drawing/2014/main" id="{FA57B4D8-8335-4F34-F1CF-D577F463E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8" name="Line 73">
                <a:extLst>
                  <a:ext uri="{FF2B5EF4-FFF2-40B4-BE49-F238E27FC236}">
                    <a16:creationId xmlns:a16="http://schemas.microsoft.com/office/drawing/2014/main" id="{6FAFB0D8-74D9-A257-0F38-E7B7FD1CE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9" name="Line 74">
                <a:extLst>
                  <a:ext uri="{FF2B5EF4-FFF2-40B4-BE49-F238E27FC236}">
                    <a16:creationId xmlns:a16="http://schemas.microsoft.com/office/drawing/2014/main" id="{DA775B19-BA1B-38C8-8912-93B5E1096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0" name="Line 75">
                <a:extLst>
                  <a:ext uri="{FF2B5EF4-FFF2-40B4-BE49-F238E27FC236}">
                    <a16:creationId xmlns:a16="http://schemas.microsoft.com/office/drawing/2014/main" id="{3253B8F0-B910-6BB6-BA05-6923399E08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1" name="Line 76">
                <a:extLst>
                  <a:ext uri="{FF2B5EF4-FFF2-40B4-BE49-F238E27FC236}">
                    <a16:creationId xmlns:a16="http://schemas.microsoft.com/office/drawing/2014/main" id="{0E75A729-BF08-F7DD-3F85-52D8F3501F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2" name="Line 77">
                <a:extLst>
                  <a:ext uri="{FF2B5EF4-FFF2-40B4-BE49-F238E27FC236}">
                    <a16:creationId xmlns:a16="http://schemas.microsoft.com/office/drawing/2014/main" id="{F1315FB6-90F5-99D8-6049-EEC48D55E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2" name="Group 78">
              <a:extLst>
                <a:ext uri="{FF2B5EF4-FFF2-40B4-BE49-F238E27FC236}">
                  <a16:creationId xmlns:a16="http://schemas.microsoft.com/office/drawing/2014/main" id="{34F02A31-963A-970F-0198-130E84C031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304"/>
              <a:ext cx="384" cy="192"/>
              <a:chOff x="384" y="2640"/>
              <a:chExt cx="384" cy="192"/>
            </a:xfrm>
          </p:grpSpPr>
          <p:sp>
            <p:nvSpPr>
              <p:cNvPr id="11335" name="Line 79">
                <a:extLst>
                  <a:ext uri="{FF2B5EF4-FFF2-40B4-BE49-F238E27FC236}">
                    <a16:creationId xmlns:a16="http://schemas.microsoft.com/office/drawing/2014/main" id="{8EF7B1BF-E5B5-E980-45D4-404F91366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6" name="Line 80">
                <a:extLst>
                  <a:ext uri="{FF2B5EF4-FFF2-40B4-BE49-F238E27FC236}">
                    <a16:creationId xmlns:a16="http://schemas.microsoft.com/office/drawing/2014/main" id="{B7042A15-5E92-FB59-69F7-CD871F817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7" name="Line 81">
                <a:extLst>
                  <a:ext uri="{FF2B5EF4-FFF2-40B4-BE49-F238E27FC236}">
                    <a16:creationId xmlns:a16="http://schemas.microsoft.com/office/drawing/2014/main" id="{8C8523CD-20B9-E32A-5FE1-921946AC4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8" name="Line 82">
                <a:extLst>
                  <a:ext uri="{FF2B5EF4-FFF2-40B4-BE49-F238E27FC236}">
                    <a16:creationId xmlns:a16="http://schemas.microsoft.com/office/drawing/2014/main" id="{E5F73710-CD3B-21CC-B215-0A75275DB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9" name="Line 83">
                <a:extLst>
                  <a:ext uri="{FF2B5EF4-FFF2-40B4-BE49-F238E27FC236}">
                    <a16:creationId xmlns:a16="http://schemas.microsoft.com/office/drawing/2014/main" id="{8B639E99-B3C1-BA7C-90BA-14744C33F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0" name="Line 84">
                <a:extLst>
                  <a:ext uri="{FF2B5EF4-FFF2-40B4-BE49-F238E27FC236}">
                    <a16:creationId xmlns:a16="http://schemas.microsoft.com/office/drawing/2014/main" id="{012422EC-60CF-7570-8835-B386DE1C1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1" name="Line 85">
                <a:extLst>
                  <a:ext uri="{FF2B5EF4-FFF2-40B4-BE49-F238E27FC236}">
                    <a16:creationId xmlns:a16="http://schemas.microsoft.com/office/drawing/2014/main" id="{7228C0E9-1839-03F4-1E0E-0667457E4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2" name="Line 86">
                <a:extLst>
                  <a:ext uri="{FF2B5EF4-FFF2-40B4-BE49-F238E27FC236}">
                    <a16:creationId xmlns:a16="http://schemas.microsoft.com/office/drawing/2014/main" id="{7440BF63-3B73-47AE-801E-4A5FAC339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3" name="Line 87">
                <a:extLst>
                  <a:ext uri="{FF2B5EF4-FFF2-40B4-BE49-F238E27FC236}">
                    <a16:creationId xmlns:a16="http://schemas.microsoft.com/office/drawing/2014/main" id="{832F2D3E-CF0E-0EEC-D712-19D418B5E9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3" name="Group 88">
              <a:extLst>
                <a:ext uri="{FF2B5EF4-FFF2-40B4-BE49-F238E27FC236}">
                  <a16:creationId xmlns:a16="http://schemas.microsoft.com/office/drawing/2014/main" id="{874E8F44-A827-029C-AB2A-74FC523D0B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304"/>
              <a:ext cx="384" cy="192"/>
              <a:chOff x="384" y="2640"/>
              <a:chExt cx="384" cy="192"/>
            </a:xfrm>
          </p:grpSpPr>
          <p:sp>
            <p:nvSpPr>
              <p:cNvPr id="11326" name="Line 89">
                <a:extLst>
                  <a:ext uri="{FF2B5EF4-FFF2-40B4-BE49-F238E27FC236}">
                    <a16:creationId xmlns:a16="http://schemas.microsoft.com/office/drawing/2014/main" id="{1EB31175-7506-B36B-8B76-C904ECAB5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7" name="Line 90">
                <a:extLst>
                  <a:ext uri="{FF2B5EF4-FFF2-40B4-BE49-F238E27FC236}">
                    <a16:creationId xmlns:a16="http://schemas.microsoft.com/office/drawing/2014/main" id="{5B4F67F4-C28E-E15C-5131-3D4C938348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8" name="Line 91">
                <a:extLst>
                  <a:ext uri="{FF2B5EF4-FFF2-40B4-BE49-F238E27FC236}">
                    <a16:creationId xmlns:a16="http://schemas.microsoft.com/office/drawing/2014/main" id="{A4E7B6C6-0C30-90A9-2F45-C39E62F59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9" name="Line 92">
                <a:extLst>
                  <a:ext uri="{FF2B5EF4-FFF2-40B4-BE49-F238E27FC236}">
                    <a16:creationId xmlns:a16="http://schemas.microsoft.com/office/drawing/2014/main" id="{ABC4C346-7D60-15F7-8650-C224DDB92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0" name="Line 93">
                <a:extLst>
                  <a:ext uri="{FF2B5EF4-FFF2-40B4-BE49-F238E27FC236}">
                    <a16:creationId xmlns:a16="http://schemas.microsoft.com/office/drawing/2014/main" id="{7FD2374A-2FF7-24FD-D756-19BDF81A7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1" name="Line 94">
                <a:extLst>
                  <a:ext uri="{FF2B5EF4-FFF2-40B4-BE49-F238E27FC236}">
                    <a16:creationId xmlns:a16="http://schemas.microsoft.com/office/drawing/2014/main" id="{C0B46C70-C519-D4FD-6BD7-34FABDAFA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2" name="Line 95">
                <a:extLst>
                  <a:ext uri="{FF2B5EF4-FFF2-40B4-BE49-F238E27FC236}">
                    <a16:creationId xmlns:a16="http://schemas.microsoft.com/office/drawing/2014/main" id="{72D5631E-4128-94C6-184C-99BFE0C313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3" name="Line 96">
                <a:extLst>
                  <a:ext uri="{FF2B5EF4-FFF2-40B4-BE49-F238E27FC236}">
                    <a16:creationId xmlns:a16="http://schemas.microsoft.com/office/drawing/2014/main" id="{4E42EDB3-8325-DD3B-9478-B6A0C8004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4" name="Line 97">
                <a:extLst>
                  <a:ext uri="{FF2B5EF4-FFF2-40B4-BE49-F238E27FC236}">
                    <a16:creationId xmlns:a16="http://schemas.microsoft.com/office/drawing/2014/main" id="{85CA768D-D34F-F123-6565-7B86F8FFD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4" name="Group 98">
              <a:extLst>
                <a:ext uri="{FF2B5EF4-FFF2-40B4-BE49-F238E27FC236}">
                  <a16:creationId xmlns:a16="http://schemas.microsoft.com/office/drawing/2014/main" id="{3A512E0B-6C1A-B63B-566D-484DE3897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304"/>
              <a:ext cx="384" cy="192"/>
              <a:chOff x="384" y="2640"/>
              <a:chExt cx="384" cy="192"/>
            </a:xfrm>
          </p:grpSpPr>
          <p:sp>
            <p:nvSpPr>
              <p:cNvPr id="11317" name="Line 99">
                <a:extLst>
                  <a:ext uri="{FF2B5EF4-FFF2-40B4-BE49-F238E27FC236}">
                    <a16:creationId xmlns:a16="http://schemas.microsoft.com/office/drawing/2014/main" id="{4A77662F-E897-B1E0-18EF-A32ADCE442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8" name="Line 100">
                <a:extLst>
                  <a:ext uri="{FF2B5EF4-FFF2-40B4-BE49-F238E27FC236}">
                    <a16:creationId xmlns:a16="http://schemas.microsoft.com/office/drawing/2014/main" id="{13941E75-67AA-C20B-BD6E-2A3D9FAD17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9" name="Line 101">
                <a:extLst>
                  <a:ext uri="{FF2B5EF4-FFF2-40B4-BE49-F238E27FC236}">
                    <a16:creationId xmlns:a16="http://schemas.microsoft.com/office/drawing/2014/main" id="{7779C339-FF7B-F4E2-4013-26589A937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0" name="Line 102">
                <a:extLst>
                  <a:ext uri="{FF2B5EF4-FFF2-40B4-BE49-F238E27FC236}">
                    <a16:creationId xmlns:a16="http://schemas.microsoft.com/office/drawing/2014/main" id="{65507481-8C8F-F4A9-2BC1-DA720EBCE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1" name="Line 103">
                <a:extLst>
                  <a:ext uri="{FF2B5EF4-FFF2-40B4-BE49-F238E27FC236}">
                    <a16:creationId xmlns:a16="http://schemas.microsoft.com/office/drawing/2014/main" id="{FB1B718F-1A68-D2AE-C757-B6B7A5BAD1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2" name="Line 104">
                <a:extLst>
                  <a:ext uri="{FF2B5EF4-FFF2-40B4-BE49-F238E27FC236}">
                    <a16:creationId xmlns:a16="http://schemas.microsoft.com/office/drawing/2014/main" id="{2AE04C2F-3CE3-1FCF-1858-768164FEB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3" name="Line 105">
                <a:extLst>
                  <a:ext uri="{FF2B5EF4-FFF2-40B4-BE49-F238E27FC236}">
                    <a16:creationId xmlns:a16="http://schemas.microsoft.com/office/drawing/2014/main" id="{CD7BBC22-6E32-BA06-E2F8-CFFE2CFDB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4" name="Line 106">
                <a:extLst>
                  <a:ext uri="{FF2B5EF4-FFF2-40B4-BE49-F238E27FC236}">
                    <a16:creationId xmlns:a16="http://schemas.microsoft.com/office/drawing/2014/main" id="{4B51300E-DD2B-61D5-1A41-8D3F1F304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5" name="Line 107">
                <a:extLst>
                  <a:ext uri="{FF2B5EF4-FFF2-40B4-BE49-F238E27FC236}">
                    <a16:creationId xmlns:a16="http://schemas.microsoft.com/office/drawing/2014/main" id="{AE08E698-28CB-93EB-0206-764CB0FBE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5" name="Group 108">
              <a:extLst>
                <a:ext uri="{FF2B5EF4-FFF2-40B4-BE49-F238E27FC236}">
                  <a16:creationId xmlns:a16="http://schemas.microsoft.com/office/drawing/2014/main" id="{211595E2-8AFC-3424-1498-36DDD54AE4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304"/>
              <a:ext cx="384" cy="192"/>
              <a:chOff x="384" y="2640"/>
              <a:chExt cx="384" cy="192"/>
            </a:xfrm>
          </p:grpSpPr>
          <p:sp>
            <p:nvSpPr>
              <p:cNvPr id="11308" name="Line 109">
                <a:extLst>
                  <a:ext uri="{FF2B5EF4-FFF2-40B4-BE49-F238E27FC236}">
                    <a16:creationId xmlns:a16="http://schemas.microsoft.com/office/drawing/2014/main" id="{266D2750-0B6D-ECE6-BA01-2E5024493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9" name="Line 110">
                <a:extLst>
                  <a:ext uri="{FF2B5EF4-FFF2-40B4-BE49-F238E27FC236}">
                    <a16:creationId xmlns:a16="http://schemas.microsoft.com/office/drawing/2014/main" id="{7104DB90-6E3E-B504-3D42-88F5EDC4F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0" name="Line 111">
                <a:extLst>
                  <a:ext uri="{FF2B5EF4-FFF2-40B4-BE49-F238E27FC236}">
                    <a16:creationId xmlns:a16="http://schemas.microsoft.com/office/drawing/2014/main" id="{A69289A8-FF84-69A0-4EF2-D9EBCC44CF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1" name="Line 112">
                <a:extLst>
                  <a:ext uri="{FF2B5EF4-FFF2-40B4-BE49-F238E27FC236}">
                    <a16:creationId xmlns:a16="http://schemas.microsoft.com/office/drawing/2014/main" id="{3269B718-3069-BEB1-AB64-8C395A1AF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2" name="Line 113">
                <a:extLst>
                  <a:ext uri="{FF2B5EF4-FFF2-40B4-BE49-F238E27FC236}">
                    <a16:creationId xmlns:a16="http://schemas.microsoft.com/office/drawing/2014/main" id="{9941450B-92AD-33E6-0B65-CED949546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3" name="Line 114">
                <a:extLst>
                  <a:ext uri="{FF2B5EF4-FFF2-40B4-BE49-F238E27FC236}">
                    <a16:creationId xmlns:a16="http://schemas.microsoft.com/office/drawing/2014/main" id="{E74F6A65-96C4-DA58-0278-B27786D15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4" name="Line 115">
                <a:extLst>
                  <a:ext uri="{FF2B5EF4-FFF2-40B4-BE49-F238E27FC236}">
                    <a16:creationId xmlns:a16="http://schemas.microsoft.com/office/drawing/2014/main" id="{1B915D3D-3D3D-64FD-F521-886F7CFD7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5" name="Line 116">
                <a:extLst>
                  <a:ext uri="{FF2B5EF4-FFF2-40B4-BE49-F238E27FC236}">
                    <a16:creationId xmlns:a16="http://schemas.microsoft.com/office/drawing/2014/main" id="{55D07F1E-A5F4-94E4-2658-76CB527A0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6" name="Line 117">
                <a:extLst>
                  <a:ext uri="{FF2B5EF4-FFF2-40B4-BE49-F238E27FC236}">
                    <a16:creationId xmlns:a16="http://schemas.microsoft.com/office/drawing/2014/main" id="{ACCB0C1B-D8DF-23BB-43CC-5B6045534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6" name="Group 118">
              <a:extLst>
                <a:ext uri="{FF2B5EF4-FFF2-40B4-BE49-F238E27FC236}">
                  <a16:creationId xmlns:a16="http://schemas.microsoft.com/office/drawing/2014/main" id="{CF24BD65-7A94-D598-D321-151A5EA5B8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2304"/>
              <a:ext cx="384" cy="192"/>
              <a:chOff x="384" y="2640"/>
              <a:chExt cx="384" cy="192"/>
            </a:xfrm>
          </p:grpSpPr>
          <p:sp>
            <p:nvSpPr>
              <p:cNvPr id="11299" name="Line 119">
                <a:extLst>
                  <a:ext uri="{FF2B5EF4-FFF2-40B4-BE49-F238E27FC236}">
                    <a16:creationId xmlns:a16="http://schemas.microsoft.com/office/drawing/2014/main" id="{DFB55807-CEDB-2A66-54A4-A0EA06A03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0" name="Line 120">
                <a:extLst>
                  <a:ext uri="{FF2B5EF4-FFF2-40B4-BE49-F238E27FC236}">
                    <a16:creationId xmlns:a16="http://schemas.microsoft.com/office/drawing/2014/main" id="{B4BDBECB-8001-143E-5D13-9E4AC7832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1" name="Line 121">
                <a:extLst>
                  <a:ext uri="{FF2B5EF4-FFF2-40B4-BE49-F238E27FC236}">
                    <a16:creationId xmlns:a16="http://schemas.microsoft.com/office/drawing/2014/main" id="{C0A8728D-9018-6157-DD98-10469841B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2" name="Line 122">
                <a:extLst>
                  <a:ext uri="{FF2B5EF4-FFF2-40B4-BE49-F238E27FC236}">
                    <a16:creationId xmlns:a16="http://schemas.microsoft.com/office/drawing/2014/main" id="{DF045D7F-872B-F769-02F8-9325E33909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3" name="Line 123">
                <a:extLst>
                  <a:ext uri="{FF2B5EF4-FFF2-40B4-BE49-F238E27FC236}">
                    <a16:creationId xmlns:a16="http://schemas.microsoft.com/office/drawing/2014/main" id="{D4C9AB9E-D45A-04E9-F8E6-1F80AFBC2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4" name="Line 124">
                <a:extLst>
                  <a:ext uri="{FF2B5EF4-FFF2-40B4-BE49-F238E27FC236}">
                    <a16:creationId xmlns:a16="http://schemas.microsoft.com/office/drawing/2014/main" id="{2B58F321-64D5-39BF-5ED6-7E3D8BB4D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5" name="Line 125">
                <a:extLst>
                  <a:ext uri="{FF2B5EF4-FFF2-40B4-BE49-F238E27FC236}">
                    <a16:creationId xmlns:a16="http://schemas.microsoft.com/office/drawing/2014/main" id="{7DC96FF9-A2FC-C659-6D4C-46F8FD632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6" name="Line 126">
                <a:extLst>
                  <a:ext uri="{FF2B5EF4-FFF2-40B4-BE49-F238E27FC236}">
                    <a16:creationId xmlns:a16="http://schemas.microsoft.com/office/drawing/2014/main" id="{C82B4665-4551-A3C5-7A70-27A501974E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7" name="Line 127">
                <a:extLst>
                  <a:ext uri="{FF2B5EF4-FFF2-40B4-BE49-F238E27FC236}">
                    <a16:creationId xmlns:a16="http://schemas.microsoft.com/office/drawing/2014/main" id="{FA9D20A6-D01F-78AE-5465-0E7C876E2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287" name="Text Box 128">
              <a:extLst>
                <a:ext uri="{FF2B5EF4-FFF2-40B4-BE49-F238E27FC236}">
                  <a16:creationId xmlns:a16="http://schemas.microsoft.com/office/drawing/2014/main" id="{6838789A-F35C-76DB-F403-F5DFFB424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45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cm</a:t>
              </a:r>
            </a:p>
          </p:txBody>
        </p:sp>
        <p:sp>
          <p:nvSpPr>
            <p:cNvPr id="11288" name="Text Box 129">
              <a:extLst>
                <a:ext uri="{FF2B5EF4-FFF2-40B4-BE49-F238E27FC236}">
                  <a16:creationId xmlns:a16="http://schemas.microsoft.com/office/drawing/2014/main" id="{06816E86-6052-00E9-7B5C-D68124AB2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289" name="Text Box 130">
              <a:extLst>
                <a:ext uri="{FF2B5EF4-FFF2-40B4-BE49-F238E27FC236}">
                  <a16:creationId xmlns:a16="http://schemas.microsoft.com/office/drawing/2014/main" id="{FC858E64-D304-0015-1D07-AFD3FF194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1290" name="Text Box 131">
              <a:extLst>
                <a:ext uri="{FF2B5EF4-FFF2-40B4-BE49-F238E27FC236}">
                  <a16:creationId xmlns:a16="http://schemas.microsoft.com/office/drawing/2014/main" id="{FF4FF0F4-EAF0-B454-306C-0F3384B54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1291" name="Text Box 132">
              <a:extLst>
                <a:ext uri="{FF2B5EF4-FFF2-40B4-BE49-F238E27FC236}">
                  <a16:creationId xmlns:a16="http://schemas.microsoft.com/office/drawing/2014/main" id="{93A2588E-89D2-6522-E058-441EC665C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1292" name="Text Box 133">
              <a:extLst>
                <a:ext uri="{FF2B5EF4-FFF2-40B4-BE49-F238E27FC236}">
                  <a16:creationId xmlns:a16="http://schemas.microsoft.com/office/drawing/2014/main" id="{3F833635-87F4-4FB4-1377-9D3E048F4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1293" name="Text Box 134">
              <a:extLst>
                <a:ext uri="{FF2B5EF4-FFF2-40B4-BE49-F238E27FC236}">
                  <a16:creationId xmlns:a16="http://schemas.microsoft.com/office/drawing/2014/main" id="{407EB12C-2F52-58E2-6B49-B3DFAE5B4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1294" name="Text Box 135">
              <a:extLst>
                <a:ext uri="{FF2B5EF4-FFF2-40B4-BE49-F238E27FC236}">
                  <a16:creationId xmlns:a16="http://schemas.microsoft.com/office/drawing/2014/main" id="{0EE849C2-A2C7-3573-2AC8-996A0AC08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1295" name="Text Box 136">
              <a:extLst>
                <a:ext uri="{FF2B5EF4-FFF2-40B4-BE49-F238E27FC236}">
                  <a16:creationId xmlns:a16="http://schemas.microsoft.com/office/drawing/2014/main" id="{F05D1C52-E04A-6A42-B396-47E9ECB56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1296" name="Text Box 137">
              <a:extLst>
                <a:ext uri="{FF2B5EF4-FFF2-40B4-BE49-F238E27FC236}">
                  <a16:creationId xmlns:a16="http://schemas.microsoft.com/office/drawing/2014/main" id="{CEFA4971-616B-C3CD-6A56-40CB5A39D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1297" name="Text Box 138">
              <a:extLst>
                <a:ext uri="{FF2B5EF4-FFF2-40B4-BE49-F238E27FC236}">
                  <a16:creationId xmlns:a16="http://schemas.microsoft.com/office/drawing/2014/main" id="{042A621A-0851-A914-36F9-FEBDB2FDF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11298" name="Text Box 139">
              <a:extLst>
                <a:ext uri="{FF2B5EF4-FFF2-40B4-BE49-F238E27FC236}">
                  <a16:creationId xmlns:a16="http://schemas.microsoft.com/office/drawing/2014/main" id="{D266CBC0-22E6-4385-5B63-2C36DBF2D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544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10</a:t>
              </a:r>
            </a:p>
          </p:txBody>
        </p:sp>
      </p:grpSp>
      <p:pic>
        <p:nvPicPr>
          <p:cNvPr id="31884" name="Picture 140" descr="MCAN04187_0000[1]">
            <a:extLst>
              <a:ext uri="{FF2B5EF4-FFF2-40B4-BE49-F238E27FC236}">
                <a16:creationId xmlns:a16="http://schemas.microsoft.com/office/drawing/2014/main" id="{D22E88F7-D497-8D0F-D435-B1CB507B9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8600" y="33004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85" name="Line 141">
            <a:extLst>
              <a:ext uri="{FF2B5EF4-FFF2-40B4-BE49-F238E27FC236}">
                <a16:creationId xmlns:a16="http://schemas.microsoft.com/office/drawing/2014/main" id="{B70AFC89-A55B-6EA6-B02C-3C6DA54CE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200400"/>
            <a:ext cx="38100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1892" name="Picture 148" descr="MCAN04187_0000[1]">
            <a:extLst>
              <a:ext uri="{FF2B5EF4-FFF2-40B4-BE49-F238E27FC236}">
                <a16:creationId xmlns:a16="http://schemas.microsoft.com/office/drawing/2014/main" id="{C6422F91-B789-9AFA-D449-CDD43F514EE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2400" y="3305175"/>
            <a:ext cx="685800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894" name="Line 150">
            <a:extLst>
              <a:ext uri="{FF2B5EF4-FFF2-40B4-BE49-F238E27FC236}">
                <a16:creationId xmlns:a16="http://schemas.microsoft.com/office/drawing/2014/main" id="{7318B611-F019-F1C5-1637-1AF8694E13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971800"/>
            <a:ext cx="14478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-5.78035E-8 L 0.4125 -5.78035E-8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318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1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-3.69942E-6 L -3.33333E-6 -3.69942E-6 " pathEditMode="relative" rAng="0" ptsTypes="AA">
                                      <p:cBhvr>
                                        <p:cTn id="28" dur="2000" spd="-100000" fill="hold"/>
                                        <p:tgtEl>
                                          <p:spTgt spid="318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3650662-ACD6-FAD0-CBFA-7C8522747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Displacement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6FFE11E-F4C9-FC6C-1FE4-B0ED94DC0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95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Displacement </a:t>
            </a:r>
            <a:r>
              <a:rPr lang="en-US" altLang="en-US" sz="2800" dirty="0">
                <a:sym typeface="Symbol" panose="05050102010706020507" pitchFamily="18" charset="2"/>
              </a:rPr>
              <a:t> – difference between an object’s final position and its starting position.</a:t>
            </a:r>
            <a:endParaRPr lang="en-US" altLang="en-US" sz="2800" dirty="0">
              <a:cs typeface="Arial"/>
            </a:endParaRPr>
          </a:p>
          <a:p>
            <a:pPr lvl="1" eaLnBrk="1" hangingPunct="1">
              <a:defRPr/>
            </a:pPr>
            <a:r>
              <a:rPr lang="en-US" altLang="en-US" sz="2400" i="1" dirty="0">
                <a:sym typeface="Symbol" panose="05050102010706020507" pitchFamily="18" charset="2"/>
              </a:rPr>
              <a:t>Does</a:t>
            </a:r>
            <a:r>
              <a:rPr lang="en-US" altLang="en-US" sz="2400" dirty="0">
                <a:sym typeface="Symbol" panose="05050102010706020507" pitchFamily="18" charset="2"/>
              </a:rPr>
              <a:t> depend on direction.</a:t>
            </a:r>
          </a:p>
          <a:p>
            <a:pPr eaLnBrk="1" hangingPunct="1">
              <a:defRPr/>
            </a:pPr>
            <a:r>
              <a:rPr lang="en-US" altLang="en-US" sz="2800" dirty="0">
                <a:sym typeface="Symbol" panose="05050102010706020507" pitchFamily="18" charset="2"/>
              </a:rPr>
              <a:t>Displacement = final position – initial position</a:t>
            </a:r>
          </a:p>
          <a:p>
            <a:pPr eaLnBrk="1" hangingPunct="1">
              <a:defRPr/>
            </a:pPr>
            <a:endParaRPr lang="en-US" altLang="en-US" sz="2800" baseline="-25000" dirty="0">
              <a:cs typeface="Arial"/>
            </a:endParaRPr>
          </a:p>
          <a:p>
            <a:pPr eaLnBrk="1" hangingPunct="1">
              <a:defRPr/>
            </a:pPr>
            <a:r>
              <a:rPr lang="en-US" altLang="en-US" sz="2800" dirty="0">
                <a:sym typeface="Symbol" panose="05050102010706020507" pitchFamily="18" charset="2"/>
              </a:rPr>
              <a:t>In order to define displacement, we need directions.</a:t>
            </a:r>
          </a:p>
          <a:p>
            <a:pPr eaLnBrk="1" hangingPunct="1">
              <a:defRPr/>
            </a:pPr>
            <a:r>
              <a:rPr lang="en-US" altLang="en-US" sz="2800" dirty="0">
                <a:sym typeface="Symbol" panose="05050102010706020507" pitchFamily="18" charset="2"/>
              </a:rPr>
              <a:t>Examples of directions:</a:t>
            </a:r>
          </a:p>
          <a:p>
            <a:pPr lvl="1" eaLnBrk="1" hangingPunct="1"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+ and –</a:t>
            </a:r>
          </a:p>
          <a:p>
            <a:pPr lvl="1" eaLnBrk="1" hangingPunct="1"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N, S, E, W</a:t>
            </a:r>
          </a:p>
          <a:p>
            <a:pPr lvl="1" eaLnBrk="1" hangingPunct="1"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0E93E1C-FE93-8EF6-D769-CAEF5E5C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Displacement vs. Distance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CC8DA6E8-3281-7B4B-F553-215EA30CE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Example of distance:</a:t>
            </a:r>
          </a:p>
          <a:p>
            <a:pPr lvl="1" eaLnBrk="1" hangingPunct="1">
              <a:defRPr/>
            </a:pPr>
            <a:r>
              <a:rPr lang="en-US" altLang="en-US"/>
              <a:t>The ant walked 3 cm.</a:t>
            </a:r>
          </a:p>
          <a:p>
            <a:pPr eaLnBrk="1" hangingPunct="1">
              <a:defRPr/>
            </a:pPr>
            <a:r>
              <a:rPr lang="en-US" altLang="en-US"/>
              <a:t>Example of displacement:</a:t>
            </a:r>
          </a:p>
          <a:p>
            <a:pPr lvl="1" eaLnBrk="1" hangingPunct="1">
              <a:defRPr/>
            </a:pPr>
            <a:r>
              <a:rPr lang="en-US" altLang="en-US"/>
              <a:t>The ant walked 3 cm EAST.</a:t>
            </a:r>
          </a:p>
          <a:p>
            <a:pPr eaLnBrk="1" hangingPunct="1">
              <a:defRPr/>
            </a:pPr>
            <a:r>
              <a:rPr lang="en-US" altLang="en-US"/>
              <a:t>An object’s distance traveled and its displacement aren’t always the same!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47">
            <a:extLst>
              <a:ext uri="{FF2B5EF4-FFF2-40B4-BE49-F238E27FC236}">
                <a16:creationId xmlns:a16="http://schemas.microsoft.com/office/drawing/2014/main" id="{39D984BE-0D17-B6D5-DE28-4FA3C9F5D3CD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620963"/>
            <a:ext cx="8763000" cy="2103437"/>
            <a:chOff x="96" y="1651"/>
            <a:chExt cx="5520" cy="1325"/>
          </a:xfrm>
        </p:grpSpPr>
        <p:grpSp>
          <p:nvGrpSpPr>
            <p:cNvPr id="17415" name="Group 142">
              <a:extLst>
                <a:ext uri="{FF2B5EF4-FFF2-40B4-BE49-F238E27FC236}">
                  <a16:creationId xmlns:a16="http://schemas.microsoft.com/office/drawing/2014/main" id="{4E4D6B8F-582D-38EC-33A7-C2EC76208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1728"/>
              <a:ext cx="5520" cy="1248"/>
              <a:chOff x="96" y="1728"/>
              <a:chExt cx="5520" cy="1248"/>
            </a:xfrm>
          </p:grpSpPr>
          <p:sp>
            <p:nvSpPr>
              <p:cNvPr id="17420" name="Rectangle 4">
                <a:extLst>
                  <a:ext uri="{FF2B5EF4-FFF2-40B4-BE49-F238E27FC236}">
                    <a16:creationId xmlns:a16="http://schemas.microsoft.com/office/drawing/2014/main" id="{CE000F1E-06A7-883E-CFD1-D5D47E185B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1728"/>
                <a:ext cx="5520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7421" name="Rectangle 5">
                <a:extLst>
                  <a:ext uri="{FF2B5EF4-FFF2-40B4-BE49-F238E27FC236}">
                    <a16:creationId xmlns:a16="http://schemas.microsoft.com/office/drawing/2014/main" id="{745A69A6-4ABE-D39D-8672-D82882003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256"/>
                <a:ext cx="5520" cy="720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grpSp>
            <p:nvGrpSpPr>
              <p:cNvPr id="17422" name="Group 6">
                <a:extLst>
                  <a:ext uri="{FF2B5EF4-FFF2-40B4-BE49-F238E27FC236}">
                    <a16:creationId xmlns:a16="http://schemas.microsoft.com/office/drawing/2014/main" id="{0B447D74-FBE7-B857-7512-36E840B45D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2256"/>
                <a:ext cx="4800" cy="240"/>
                <a:chOff x="336" y="2640"/>
                <a:chExt cx="4800" cy="144"/>
              </a:xfrm>
            </p:grpSpPr>
            <p:sp>
              <p:nvSpPr>
                <p:cNvPr id="17545" name="Line 7">
                  <a:extLst>
                    <a:ext uri="{FF2B5EF4-FFF2-40B4-BE49-F238E27FC236}">
                      <a16:creationId xmlns:a16="http://schemas.microsoft.com/office/drawing/2014/main" id="{EEEC533D-2578-5944-796A-29636E7D5F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6" name="Line 8">
                  <a:extLst>
                    <a:ext uri="{FF2B5EF4-FFF2-40B4-BE49-F238E27FC236}">
                      <a16:creationId xmlns:a16="http://schemas.microsoft.com/office/drawing/2014/main" id="{EA6BDC62-888F-66B4-8EF0-E694CCF101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7" name="Line 9">
                  <a:extLst>
                    <a:ext uri="{FF2B5EF4-FFF2-40B4-BE49-F238E27FC236}">
                      <a16:creationId xmlns:a16="http://schemas.microsoft.com/office/drawing/2014/main" id="{F2CDEBA9-C610-44CE-D76E-06F38E5CF3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8" name="Line 10">
                  <a:extLst>
                    <a:ext uri="{FF2B5EF4-FFF2-40B4-BE49-F238E27FC236}">
                      <a16:creationId xmlns:a16="http://schemas.microsoft.com/office/drawing/2014/main" id="{493D80C4-87B3-49AE-5CDE-A7096CE4F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9" name="Line 11">
                  <a:extLst>
                    <a:ext uri="{FF2B5EF4-FFF2-40B4-BE49-F238E27FC236}">
                      <a16:creationId xmlns:a16="http://schemas.microsoft.com/office/drawing/2014/main" id="{2651AE73-49AF-28A6-3D87-D058DCA4D9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50" name="Line 12">
                  <a:extLst>
                    <a:ext uri="{FF2B5EF4-FFF2-40B4-BE49-F238E27FC236}">
                      <a16:creationId xmlns:a16="http://schemas.microsoft.com/office/drawing/2014/main" id="{E587A0F6-7A12-D854-8E19-6454D59286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51" name="Line 13">
                  <a:extLst>
                    <a:ext uri="{FF2B5EF4-FFF2-40B4-BE49-F238E27FC236}">
                      <a16:creationId xmlns:a16="http://schemas.microsoft.com/office/drawing/2014/main" id="{A9A27B46-9D1A-0EC6-0AAE-735B18B581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52" name="Line 14">
                  <a:extLst>
                    <a:ext uri="{FF2B5EF4-FFF2-40B4-BE49-F238E27FC236}">
                      <a16:creationId xmlns:a16="http://schemas.microsoft.com/office/drawing/2014/main" id="{4FCB142F-9BD5-5C80-ACAB-447E61236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53" name="Line 15">
                  <a:extLst>
                    <a:ext uri="{FF2B5EF4-FFF2-40B4-BE49-F238E27FC236}">
                      <a16:creationId xmlns:a16="http://schemas.microsoft.com/office/drawing/2014/main" id="{5F6EC774-C61C-86E6-2A27-291248D56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54" name="Line 16">
                  <a:extLst>
                    <a:ext uri="{FF2B5EF4-FFF2-40B4-BE49-F238E27FC236}">
                      <a16:creationId xmlns:a16="http://schemas.microsoft.com/office/drawing/2014/main" id="{2436507B-8C64-A0FE-A50C-1BA14EEC2D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55" name="Line 17">
                  <a:extLst>
                    <a:ext uri="{FF2B5EF4-FFF2-40B4-BE49-F238E27FC236}">
                      <a16:creationId xmlns:a16="http://schemas.microsoft.com/office/drawing/2014/main" id="{D3121237-316B-878B-7DB2-A5EFE572FE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3" name="Group 18">
                <a:extLst>
                  <a:ext uri="{FF2B5EF4-FFF2-40B4-BE49-F238E27FC236}">
                    <a16:creationId xmlns:a16="http://schemas.microsoft.com/office/drawing/2014/main" id="{5275CC84-6F63-5D2D-BBC1-6E10C9A118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2256"/>
                <a:ext cx="384" cy="192"/>
                <a:chOff x="384" y="2640"/>
                <a:chExt cx="384" cy="192"/>
              </a:xfrm>
            </p:grpSpPr>
            <p:sp>
              <p:nvSpPr>
                <p:cNvPr id="17536" name="Line 19">
                  <a:extLst>
                    <a:ext uri="{FF2B5EF4-FFF2-40B4-BE49-F238E27FC236}">
                      <a16:creationId xmlns:a16="http://schemas.microsoft.com/office/drawing/2014/main" id="{8F851EB6-1F6D-E459-70AE-8D13D7D21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7" name="Line 20">
                  <a:extLst>
                    <a:ext uri="{FF2B5EF4-FFF2-40B4-BE49-F238E27FC236}">
                      <a16:creationId xmlns:a16="http://schemas.microsoft.com/office/drawing/2014/main" id="{0237E78B-BFB8-C43E-7AAC-3E37A6829E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8" name="Line 21">
                  <a:extLst>
                    <a:ext uri="{FF2B5EF4-FFF2-40B4-BE49-F238E27FC236}">
                      <a16:creationId xmlns:a16="http://schemas.microsoft.com/office/drawing/2014/main" id="{F7C0ACBD-7D59-295D-DEFB-A681C9F242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9" name="Line 22">
                  <a:extLst>
                    <a:ext uri="{FF2B5EF4-FFF2-40B4-BE49-F238E27FC236}">
                      <a16:creationId xmlns:a16="http://schemas.microsoft.com/office/drawing/2014/main" id="{DDFAB624-B717-C1F8-039B-A6680EB45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0" name="Line 23">
                  <a:extLst>
                    <a:ext uri="{FF2B5EF4-FFF2-40B4-BE49-F238E27FC236}">
                      <a16:creationId xmlns:a16="http://schemas.microsoft.com/office/drawing/2014/main" id="{30CD110D-497E-2481-EFDA-4C0A8F13D3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1" name="Line 24">
                  <a:extLst>
                    <a:ext uri="{FF2B5EF4-FFF2-40B4-BE49-F238E27FC236}">
                      <a16:creationId xmlns:a16="http://schemas.microsoft.com/office/drawing/2014/main" id="{14C0EF5E-041A-7AA7-69D0-042EE64ADE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2" name="Line 25">
                  <a:extLst>
                    <a:ext uri="{FF2B5EF4-FFF2-40B4-BE49-F238E27FC236}">
                      <a16:creationId xmlns:a16="http://schemas.microsoft.com/office/drawing/2014/main" id="{0068E239-A780-5504-7E80-07C0887F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3" name="Line 26">
                  <a:extLst>
                    <a:ext uri="{FF2B5EF4-FFF2-40B4-BE49-F238E27FC236}">
                      <a16:creationId xmlns:a16="http://schemas.microsoft.com/office/drawing/2014/main" id="{605DE09E-CCEC-ECAC-2071-23FFA3BDB3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44" name="Line 27">
                  <a:extLst>
                    <a:ext uri="{FF2B5EF4-FFF2-40B4-BE49-F238E27FC236}">
                      <a16:creationId xmlns:a16="http://schemas.microsoft.com/office/drawing/2014/main" id="{772F33DE-29FF-CA1D-629E-3D038D35E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4" name="Group 28">
                <a:extLst>
                  <a:ext uri="{FF2B5EF4-FFF2-40B4-BE49-F238E27FC236}">
                    <a16:creationId xmlns:a16="http://schemas.microsoft.com/office/drawing/2014/main" id="{9AAAAF4F-AA3E-7DD4-AF25-FF38DC1FC9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256"/>
                <a:ext cx="384" cy="192"/>
                <a:chOff x="384" y="2640"/>
                <a:chExt cx="384" cy="192"/>
              </a:xfrm>
            </p:grpSpPr>
            <p:sp>
              <p:nvSpPr>
                <p:cNvPr id="17527" name="Line 29">
                  <a:extLst>
                    <a:ext uri="{FF2B5EF4-FFF2-40B4-BE49-F238E27FC236}">
                      <a16:creationId xmlns:a16="http://schemas.microsoft.com/office/drawing/2014/main" id="{205C251F-87B1-FD8F-9D03-1CE3EF5155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8" name="Line 30">
                  <a:extLst>
                    <a:ext uri="{FF2B5EF4-FFF2-40B4-BE49-F238E27FC236}">
                      <a16:creationId xmlns:a16="http://schemas.microsoft.com/office/drawing/2014/main" id="{D13ACFDC-565A-87B5-6505-2B8F3FA2C0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9" name="Line 31">
                  <a:extLst>
                    <a:ext uri="{FF2B5EF4-FFF2-40B4-BE49-F238E27FC236}">
                      <a16:creationId xmlns:a16="http://schemas.microsoft.com/office/drawing/2014/main" id="{B5248BA4-F579-0DB5-DF4B-551AE7BE17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0" name="Line 32">
                  <a:extLst>
                    <a:ext uri="{FF2B5EF4-FFF2-40B4-BE49-F238E27FC236}">
                      <a16:creationId xmlns:a16="http://schemas.microsoft.com/office/drawing/2014/main" id="{67750A7F-1AB9-56FF-464F-E4A9D8E626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1" name="Line 33">
                  <a:extLst>
                    <a:ext uri="{FF2B5EF4-FFF2-40B4-BE49-F238E27FC236}">
                      <a16:creationId xmlns:a16="http://schemas.microsoft.com/office/drawing/2014/main" id="{4B831141-59DF-5647-F6B6-DD620CACE4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2" name="Line 34">
                  <a:extLst>
                    <a:ext uri="{FF2B5EF4-FFF2-40B4-BE49-F238E27FC236}">
                      <a16:creationId xmlns:a16="http://schemas.microsoft.com/office/drawing/2014/main" id="{B007ACA0-DE0C-46A6-48BE-E661F0BEDD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3" name="Line 35">
                  <a:extLst>
                    <a:ext uri="{FF2B5EF4-FFF2-40B4-BE49-F238E27FC236}">
                      <a16:creationId xmlns:a16="http://schemas.microsoft.com/office/drawing/2014/main" id="{3E8FD5B0-0BD7-1918-21E7-92337E160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4" name="Line 36">
                  <a:extLst>
                    <a:ext uri="{FF2B5EF4-FFF2-40B4-BE49-F238E27FC236}">
                      <a16:creationId xmlns:a16="http://schemas.microsoft.com/office/drawing/2014/main" id="{EC4D20C5-3730-097E-A5BD-B4C47FC50F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35" name="Line 37">
                  <a:extLst>
                    <a:ext uri="{FF2B5EF4-FFF2-40B4-BE49-F238E27FC236}">
                      <a16:creationId xmlns:a16="http://schemas.microsoft.com/office/drawing/2014/main" id="{1B4BF2C4-C955-413A-F818-1275C50115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5" name="Group 38">
                <a:extLst>
                  <a:ext uri="{FF2B5EF4-FFF2-40B4-BE49-F238E27FC236}">
                    <a16:creationId xmlns:a16="http://schemas.microsoft.com/office/drawing/2014/main" id="{9CE4223A-55CF-B7CD-37D9-DDBCC42D36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2256"/>
                <a:ext cx="384" cy="192"/>
                <a:chOff x="384" y="2640"/>
                <a:chExt cx="384" cy="192"/>
              </a:xfrm>
            </p:grpSpPr>
            <p:sp>
              <p:nvSpPr>
                <p:cNvPr id="17518" name="Line 39">
                  <a:extLst>
                    <a:ext uri="{FF2B5EF4-FFF2-40B4-BE49-F238E27FC236}">
                      <a16:creationId xmlns:a16="http://schemas.microsoft.com/office/drawing/2014/main" id="{C22F11D0-0672-A2EB-AD7D-745236124B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9" name="Line 40">
                  <a:extLst>
                    <a:ext uri="{FF2B5EF4-FFF2-40B4-BE49-F238E27FC236}">
                      <a16:creationId xmlns:a16="http://schemas.microsoft.com/office/drawing/2014/main" id="{AFCDC7F7-4A6C-F875-F5A5-B04A444DCA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0" name="Line 41">
                  <a:extLst>
                    <a:ext uri="{FF2B5EF4-FFF2-40B4-BE49-F238E27FC236}">
                      <a16:creationId xmlns:a16="http://schemas.microsoft.com/office/drawing/2014/main" id="{903C287C-A8D3-AB64-1A8B-6F5DD1B066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1" name="Line 42">
                  <a:extLst>
                    <a:ext uri="{FF2B5EF4-FFF2-40B4-BE49-F238E27FC236}">
                      <a16:creationId xmlns:a16="http://schemas.microsoft.com/office/drawing/2014/main" id="{268D6BBD-9858-CC90-D8AE-55B1EAA99E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2" name="Line 43">
                  <a:extLst>
                    <a:ext uri="{FF2B5EF4-FFF2-40B4-BE49-F238E27FC236}">
                      <a16:creationId xmlns:a16="http://schemas.microsoft.com/office/drawing/2014/main" id="{7803FF70-6503-A31A-AF9F-9D7CCFF898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3" name="Line 44">
                  <a:extLst>
                    <a:ext uri="{FF2B5EF4-FFF2-40B4-BE49-F238E27FC236}">
                      <a16:creationId xmlns:a16="http://schemas.microsoft.com/office/drawing/2014/main" id="{2AABCBFE-CA3A-706E-7ED3-93E0996B9C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4" name="Line 45">
                  <a:extLst>
                    <a:ext uri="{FF2B5EF4-FFF2-40B4-BE49-F238E27FC236}">
                      <a16:creationId xmlns:a16="http://schemas.microsoft.com/office/drawing/2014/main" id="{845DCB23-B5C0-5D7E-2CF4-DB347F13CA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5" name="Line 46">
                  <a:extLst>
                    <a:ext uri="{FF2B5EF4-FFF2-40B4-BE49-F238E27FC236}">
                      <a16:creationId xmlns:a16="http://schemas.microsoft.com/office/drawing/2014/main" id="{8320367E-AE91-87E9-9357-B2C43668B9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26" name="Line 47">
                  <a:extLst>
                    <a:ext uri="{FF2B5EF4-FFF2-40B4-BE49-F238E27FC236}">
                      <a16:creationId xmlns:a16="http://schemas.microsoft.com/office/drawing/2014/main" id="{45F9AB4F-A26A-4453-D988-3BD477DFBA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6" name="Group 48">
                <a:extLst>
                  <a:ext uri="{FF2B5EF4-FFF2-40B4-BE49-F238E27FC236}">
                    <a16:creationId xmlns:a16="http://schemas.microsoft.com/office/drawing/2014/main" id="{FBBC3D6A-3FAC-5EB4-0C48-7625C87371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256"/>
                <a:ext cx="384" cy="192"/>
                <a:chOff x="384" y="2640"/>
                <a:chExt cx="384" cy="192"/>
              </a:xfrm>
            </p:grpSpPr>
            <p:sp>
              <p:nvSpPr>
                <p:cNvPr id="17509" name="Line 49">
                  <a:extLst>
                    <a:ext uri="{FF2B5EF4-FFF2-40B4-BE49-F238E27FC236}">
                      <a16:creationId xmlns:a16="http://schemas.microsoft.com/office/drawing/2014/main" id="{5BBA062B-3BFF-C2CA-0CAE-BC460C7010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0" name="Line 50">
                  <a:extLst>
                    <a:ext uri="{FF2B5EF4-FFF2-40B4-BE49-F238E27FC236}">
                      <a16:creationId xmlns:a16="http://schemas.microsoft.com/office/drawing/2014/main" id="{FF9A8DBE-AA04-7216-E493-4EE3EC18B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1" name="Line 51">
                  <a:extLst>
                    <a:ext uri="{FF2B5EF4-FFF2-40B4-BE49-F238E27FC236}">
                      <a16:creationId xmlns:a16="http://schemas.microsoft.com/office/drawing/2014/main" id="{EF4A69B3-CE23-0425-BFB1-8267DE9C28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2" name="Line 52">
                  <a:extLst>
                    <a:ext uri="{FF2B5EF4-FFF2-40B4-BE49-F238E27FC236}">
                      <a16:creationId xmlns:a16="http://schemas.microsoft.com/office/drawing/2014/main" id="{81B1EAC1-38C9-4B55-FD35-5502A63F2E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3" name="Line 53">
                  <a:extLst>
                    <a:ext uri="{FF2B5EF4-FFF2-40B4-BE49-F238E27FC236}">
                      <a16:creationId xmlns:a16="http://schemas.microsoft.com/office/drawing/2014/main" id="{85294D96-5CC0-7137-C42E-25CB3D8328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4" name="Line 54">
                  <a:extLst>
                    <a:ext uri="{FF2B5EF4-FFF2-40B4-BE49-F238E27FC236}">
                      <a16:creationId xmlns:a16="http://schemas.microsoft.com/office/drawing/2014/main" id="{C95F7223-490A-3266-B6B8-E8C291554B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5" name="Line 55">
                  <a:extLst>
                    <a:ext uri="{FF2B5EF4-FFF2-40B4-BE49-F238E27FC236}">
                      <a16:creationId xmlns:a16="http://schemas.microsoft.com/office/drawing/2014/main" id="{D540E23E-75ED-24C2-9BA0-84E28600AA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6" name="Line 56">
                  <a:extLst>
                    <a:ext uri="{FF2B5EF4-FFF2-40B4-BE49-F238E27FC236}">
                      <a16:creationId xmlns:a16="http://schemas.microsoft.com/office/drawing/2014/main" id="{0E5F981D-0DEF-1557-4E2A-D856E01BD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17" name="Line 57">
                  <a:extLst>
                    <a:ext uri="{FF2B5EF4-FFF2-40B4-BE49-F238E27FC236}">
                      <a16:creationId xmlns:a16="http://schemas.microsoft.com/office/drawing/2014/main" id="{30FD77AF-A3B6-71E2-E75B-2065331E5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7" name="Group 58">
                <a:extLst>
                  <a:ext uri="{FF2B5EF4-FFF2-40B4-BE49-F238E27FC236}">
                    <a16:creationId xmlns:a16="http://schemas.microsoft.com/office/drawing/2014/main" id="{CB0B7DD8-9ACE-050F-619C-BD2426E290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256"/>
                <a:ext cx="384" cy="192"/>
                <a:chOff x="384" y="2640"/>
                <a:chExt cx="384" cy="192"/>
              </a:xfrm>
            </p:grpSpPr>
            <p:sp>
              <p:nvSpPr>
                <p:cNvPr id="17500" name="Line 59">
                  <a:extLst>
                    <a:ext uri="{FF2B5EF4-FFF2-40B4-BE49-F238E27FC236}">
                      <a16:creationId xmlns:a16="http://schemas.microsoft.com/office/drawing/2014/main" id="{08FD64DC-8AAE-9BEF-9E9F-0D219C4D2B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1" name="Line 60">
                  <a:extLst>
                    <a:ext uri="{FF2B5EF4-FFF2-40B4-BE49-F238E27FC236}">
                      <a16:creationId xmlns:a16="http://schemas.microsoft.com/office/drawing/2014/main" id="{96099E1A-42B3-B5AA-655D-400E91601F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2" name="Line 61">
                  <a:extLst>
                    <a:ext uri="{FF2B5EF4-FFF2-40B4-BE49-F238E27FC236}">
                      <a16:creationId xmlns:a16="http://schemas.microsoft.com/office/drawing/2014/main" id="{BE0EE776-AAFD-E5DC-AEF7-CEBCF8918F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3" name="Line 62">
                  <a:extLst>
                    <a:ext uri="{FF2B5EF4-FFF2-40B4-BE49-F238E27FC236}">
                      <a16:creationId xmlns:a16="http://schemas.microsoft.com/office/drawing/2014/main" id="{C6581657-173A-40AB-FCC4-266A02E9D5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4" name="Line 63">
                  <a:extLst>
                    <a:ext uri="{FF2B5EF4-FFF2-40B4-BE49-F238E27FC236}">
                      <a16:creationId xmlns:a16="http://schemas.microsoft.com/office/drawing/2014/main" id="{31ECF8BC-99A1-FE45-AEE7-250163B32F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5" name="Line 64">
                  <a:extLst>
                    <a:ext uri="{FF2B5EF4-FFF2-40B4-BE49-F238E27FC236}">
                      <a16:creationId xmlns:a16="http://schemas.microsoft.com/office/drawing/2014/main" id="{E3E0152F-10D0-36A4-75F4-DB2D0E2DD5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6" name="Line 65">
                  <a:extLst>
                    <a:ext uri="{FF2B5EF4-FFF2-40B4-BE49-F238E27FC236}">
                      <a16:creationId xmlns:a16="http://schemas.microsoft.com/office/drawing/2014/main" id="{58675B40-8CFA-FDDF-C9EC-EDBB457549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7" name="Line 66">
                  <a:extLst>
                    <a:ext uri="{FF2B5EF4-FFF2-40B4-BE49-F238E27FC236}">
                      <a16:creationId xmlns:a16="http://schemas.microsoft.com/office/drawing/2014/main" id="{CD0C3E0D-2381-E73D-95CC-C9F4E0CA92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08" name="Line 67">
                  <a:extLst>
                    <a:ext uri="{FF2B5EF4-FFF2-40B4-BE49-F238E27FC236}">
                      <a16:creationId xmlns:a16="http://schemas.microsoft.com/office/drawing/2014/main" id="{7CE883AF-81F0-A497-E306-4DEE70567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8" name="Group 68">
                <a:extLst>
                  <a:ext uri="{FF2B5EF4-FFF2-40B4-BE49-F238E27FC236}">
                    <a16:creationId xmlns:a16="http://schemas.microsoft.com/office/drawing/2014/main" id="{6DD6236C-9642-7C6C-8ECA-4EB33AE5F9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256"/>
                <a:ext cx="384" cy="192"/>
                <a:chOff x="384" y="2640"/>
                <a:chExt cx="384" cy="192"/>
              </a:xfrm>
            </p:grpSpPr>
            <p:sp>
              <p:nvSpPr>
                <p:cNvPr id="17491" name="Line 69">
                  <a:extLst>
                    <a:ext uri="{FF2B5EF4-FFF2-40B4-BE49-F238E27FC236}">
                      <a16:creationId xmlns:a16="http://schemas.microsoft.com/office/drawing/2014/main" id="{1154BF8D-8A58-ACA7-B2AF-CE8AF18396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2" name="Line 70">
                  <a:extLst>
                    <a:ext uri="{FF2B5EF4-FFF2-40B4-BE49-F238E27FC236}">
                      <a16:creationId xmlns:a16="http://schemas.microsoft.com/office/drawing/2014/main" id="{996EBAFE-0E0B-2229-0485-15DBB6B1F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3" name="Line 71">
                  <a:extLst>
                    <a:ext uri="{FF2B5EF4-FFF2-40B4-BE49-F238E27FC236}">
                      <a16:creationId xmlns:a16="http://schemas.microsoft.com/office/drawing/2014/main" id="{84F38CA0-BCBF-F5B2-1305-188504E474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4" name="Line 72">
                  <a:extLst>
                    <a:ext uri="{FF2B5EF4-FFF2-40B4-BE49-F238E27FC236}">
                      <a16:creationId xmlns:a16="http://schemas.microsoft.com/office/drawing/2014/main" id="{49B53FEC-4020-B9A5-F511-E88FCE03A8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5" name="Line 73">
                  <a:extLst>
                    <a:ext uri="{FF2B5EF4-FFF2-40B4-BE49-F238E27FC236}">
                      <a16:creationId xmlns:a16="http://schemas.microsoft.com/office/drawing/2014/main" id="{F4E4607F-228C-9E37-C69F-27AFF79338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6" name="Line 74">
                  <a:extLst>
                    <a:ext uri="{FF2B5EF4-FFF2-40B4-BE49-F238E27FC236}">
                      <a16:creationId xmlns:a16="http://schemas.microsoft.com/office/drawing/2014/main" id="{6E620F19-5F02-0779-11E8-F0F9F6C29B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7" name="Line 75">
                  <a:extLst>
                    <a:ext uri="{FF2B5EF4-FFF2-40B4-BE49-F238E27FC236}">
                      <a16:creationId xmlns:a16="http://schemas.microsoft.com/office/drawing/2014/main" id="{6E188874-7158-E7C4-6E49-A8B22C4C67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8" name="Line 76">
                  <a:extLst>
                    <a:ext uri="{FF2B5EF4-FFF2-40B4-BE49-F238E27FC236}">
                      <a16:creationId xmlns:a16="http://schemas.microsoft.com/office/drawing/2014/main" id="{BDFBD370-86D7-1355-4E0A-131A235C2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9" name="Line 77">
                  <a:extLst>
                    <a:ext uri="{FF2B5EF4-FFF2-40B4-BE49-F238E27FC236}">
                      <a16:creationId xmlns:a16="http://schemas.microsoft.com/office/drawing/2014/main" id="{D55B775A-FD2B-2CA2-7E32-DABE534443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29" name="Group 78">
                <a:extLst>
                  <a:ext uri="{FF2B5EF4-FFF2-40B4-BE49-F238E27FC236}">
                    <a16:creationId xmlns:a16="http://schemas.microsoft.com/office/drawing/2014/main" id="{CF8FE8F7-B7D3-BC7E-5334-7A645A39B4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256"/>
                <a:ext cx="384" cy="192"/>
                <a:chOff x="384" y="2640"/>
                <a:chExt cx="384" cy="192"/>
              </a:xfrm>
            </p:grpSpPr>
            <p:sp>
              <p:nvSpPr>
                <p:cNvPr id="17482" name="Line 79">
                  <a:extLst>
                    <a:ext uri="{FF2B5EF4-FFF2-40B4-BE49-F238E27FC236}">
                      <a16:creationId xmlns:a16="http://schemas.microsoft.com/office/drawing/2014/main" id="{6B280B1E-5477-2D6E-5883-3E5B850F1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3" name="Line 80">
                  <a:extLst>
                    <a:ext uri="{FF2B5EF4-FFF2-40B4-BE49-F238E27FC236}">
                      <a16:creationId xmlns:a16="http://schemas.microsoft.com/office/drawing/2014/main" id="{22CB5C0A-B50F-5A41-8319-98C9B46198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4" name="Line 81">
                  <a:extLst>
                    <a:ext uri="{FF2B5EF4-FFF2-40B4-BE49-F238E27FC236}">
                      <a16:creationId xmlns:a16="http://schemas.microsoft.com/office/drawing/2014/main" id="{EFB1CE85-D66C-AB24-2CFF-EB5D99C66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5" name="Line 82">
                  <a:extLst>
                    <a:ext uri="{FF2B5EF4-FFF2-40B4-BE49-F238E27FC236}">
                      <a16:creationId xmlns:a16="http://schemas.microsoft.com/office/drawing/2014/main" id="{B271E99C-8FB6-183C-EF4E-92DB1BE59E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6" name="Line 83">
                  <a:extLst>
                    <a:ext uri="{FF2B5EF4-FFF2-40B4-BE49-F238E27FC236}">
                      <a16:creationId xmlns:a16="http://schemas.microsoft.com/office/drawing/2014/main" id="{7A7F3CA8-999F-1EC8-F08E-36CC722FDE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7" name="Line 84">
                  <a:extLst>
                    <a:ext uri="{FF2B5EF4-FFF2-40B4-BE49-F238E27FC236}">
                      <a16:creationId xmlns:a16="http://schemas.microsoft.com/office/drawing/2014/main" id="{8476D4BE-4ABC-B3EA-01DC-A1EB0518C4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8" name="Line 85">
                  <a:extLst>
                    <a:ext uri="{FF2B5EF4-FFF2-40B4-BE49-F238E27FC236}">
                      <a16:creationId xmlns:a16="http://schemas.microsoft.com/office/drawing/2014/main" id="{FA7EC4B7-2E4B-71BB-9592-6EB2782F7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9" name="Line 86">
                  <a:extLst>
                    <a:ext uri="{FF2B5EF4-FFF2-40B4-BE49-F238E27FC236}">
                      <a16:creationId xmlns:a16="http://schemas.microsoft.com/office/drawing/2014/main" id="{F09F5183-366B-CFAC-B766-F375649C60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90" name="Line 87">
                  <a:extLst>
                    <a:ext uri="{FF2B5EF4-FFF2-40B4-BE49-F238E27FC236}">
                      <a16:creationId xmlns:a16="http://schemas.microsoft.com/office/drawing/2014/main" id="{5C91EAFB-99D1-1CBD-C16B-5CB765E8A7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30" name="Group 88">
                <a:extLst>
                  <a:ext uri="{FF2B5EF4-FFF2-40B4-BE49-F238E27FC236}">
                    <a16:creationId xmlns:a16="http://schemas.microsoft.com/office/drawing/2014/main" id="{75DA1661-C0A2-B438-14F3-6D9C12608E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256"/>
                <a:ext cx="384" cy="192"/>
                <a:chOff x="384" y="2640"/>
                <a:chExt cx="384" cy="192"/>
              </a:xfrm>
            </p:grpSpPr>
            <p:sp>
              <p:nvSpPr>
                <p:cNvPr id="17473" name="Line 89">
                  <a:extLst>
                    <a:ext uri="{FF2B5EF4-FFF2-40B4-BE49-F238E27FC236}">
                      <a16:creationId xmlns:a16="http://schemas.microsoft.com/office/drawing/2014/main" id="{AA73BD9D-27CA-1DBF-2BDF-5EB3E9C4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4" name="Line 90">
                  <a:extLst>
                    <a:ext uri="{FF2B5EF4-FFF2-40B4-BE49-F238E27FC236}">
                      <a16:creationId xmlns:a16="http://schemas.microsoft.com/office/drawing/2014/main" id="{E6AFF0B1-B98B-92DC-56E5-D5D054D9B3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5" name="Line 91">
                  <a:extLst>
                    <a:ext uri="{FF2B5EF4-FFF2-40B4-BE49-F238E27FC236}">
                      <a16:creationId xmlns:a16="http://schemas.microsoft.com/office/drawing/2014/main" id="{B7D72DC5-3C97-1584-B081-F847B2567B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6" name="Line 92">
                  <a:extLst>
                    <a:ext uri="{FF2B5EF4-FFF2-40B4-BE49-F238E27FC236}">
                      <a16:creationId xmlns:a16="http://schemas.microsoft.com/office/drawing/2014/main" id="{C73E316B-9ABF-48CB-43E4-DB3ECA5AF8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7" name="Line 93">
                  <a:extLst>
                    <a:ext uri="{FF2B5EF4-FFF2-40B4-BE49-F238E27FC236}">
                      <a16:creationId xmlns:a16="http://schemas.microsoft.com/office/drawing/2014/main" id="{66D21F70-3195-08F3-5823-65232722FD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8" name="Line 94">
                  <a:extLst>
                    <a:ext uri="{FF2B5EF4-FFF2-40B4-BE49-F238E27FC236}">
                      <a16:creationId xmlns:a16="http://schemas.microsoft.com/office/drawing/2014/main" id="{FA0E4048-4B2D-A371-CA19-AB7EC110D0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9" name="Line 95">
                  <a:extLst>
                    <a:ext uri="{FF2B5EF4-FFF2-40B4-BE49-F238E27FC236}">
                      <a16:creationId xmlns:a16="http://schemas.microsoft.com/office/drawing/2014/main" id="{5F15145D-396F-DDA8-7D79-F915A324CB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0" name="Line 96">
                  <a:extLst>
                    <a:ext uri="{FF2B5EF4-FFF2-40B4-BE49-F238E27FC236}">
                      <a16:creationId xmlns:a16="http://schemas.microsoft.com/office/drawing/2014/main" id="{B84F7FCC-65B6-E887-EBB1-91A0E7CE68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81" name="Line 97">
                  <a:extLst>
                    <a:ext uri="{FF2B5EF4-FFF2-40B4-BE49-F238E27FC236}">
                      <a16:creationId xmlns:a16="http://schemas.microsoft.com/office/drawing/2014/main" id="{F6CFE99D-01FB-2284-7392-2202A45197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31" name="Group 98">
                <a:extLst>
                  <a:ext uri="{FF2B5EF4-FFF2-40B4-BE49-F238E27FC236}">
                    <a16:creationId xmlns:a16="http://schemas.microsoft.com/office/drawing/2014/main" id="{197C67A7-DB6D-7C1E-5D82-534E312C9D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256"/>
                <a:ext cx="384" cy="192"/>
                <a:chOff x="384" y="2640"/>
                <a:chExt cx="384" cy="192"/>
              </a:xfrm>
            </p:grpSpPr>
            <p:sp>
              <p:nvSpPr>
                <p:cNvPr id="17464" name="Line 99">
                  <a:extLst>
                    <a:ext uri="{FF2B5EF4-FFF2-40B4-BE49-F238E27FC236}">
                      <a16:creationId xmlns:a16="http://schemas.microsoft.com/office/drawing/2014/main" id="{FC261220-C31D-6046-9A7B-612D22EAC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5" name="Line 100">
                  <a:extLst>
                    <a:ext uri="{FF2B5EF4-FFF2-40B4-BE49-F238E27FC236}">
                      <a16:creationId xmlns:a16="http://schemas.microsoft.com/office/drawing/2014/main" id="{B271D9CA-EB33-6D93-2E1B-20029AEB5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6" name="Line 101">
                  <a:extLst>
                    <a:ext uri="{FF2B5EF4-FFF2-40B4-BE49-F238E27FC236}">
                      <a16:creationId xmlns:a16="http://schemas.microsoft.com/office/drawing/2014/main" id="{4A772F22-64C6-DC13-664F-135D3E933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7" name="Line 102">
                  <a:extLst>
                    <a:ext uri="{FF2B5EF4-FFF2-40B4-BE49-F238E27FC236}">
                      <a16:creationId xmlns:a16="http://schemas.microsoft.com/office/drawing/2014/main" id="{4ABB684E-4AB0-183A-3FE7-82EFB1A185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8" name="Line 103">
                  <a:extLst>
                    <a:ext uri="{FF2B5EF4-FFF2-40B4-BE49-F238E27FC236}">
                      <a16:creationId xmlns:a16="http://schemas.microsoft.com/office/drawing/2014/main" id="{C9752B79-5E66-2163-991D-D85D13F71F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9" name="Line 104">
                  <a:extLst>
                    <a:ext uri="{FF2B5EF4-FFF2-40B4-BE49-F238E27FC236}">
                      <a16:creationId xmlns:a16="http://schemas.microsoft.com/office/drawing/2014/main" id="{2A2AB5BD-CF8B-E3CA-15CC-CB91974C1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0" name="Line 105">
                  <a:extLst>
                    <a:ext uri="{FF2B5EF4-FFF2-40B4-BE49-F238E27FC236}">
                      <a16:creationId xmlns:a16="http://schemas.microsoft.com/office/drawing/2014/main" id="{6CB516FC-ECB2-03EE-3639-58F8E99B1D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1" name="Line 106">
                  <a:extLst>
                    <a:ext uri="{FF2B5EF4-FFF2-40B4-BE49-F238E27FC236}">
                      <a16:creationId xmlns:a16="http://schemas.microsoft.com/office/drawing/2014/main" id="{1AF0EFED-8FA9-26DA-C618-1419FF6B3C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72" name="Line 107">
                  <a:extLst>
                    <a:ext uri="{FF2B5EF4-FFF2-40B4-BE49-F238E27FC236}">
                      <a16:creationId xmlns:a16="http://schemas.microsoft.com/office/drawing/2014/main" id="{A26D1279-C860-50A8-5C71-B06AB1C16E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32" name="Group 108">
                <a:extLst>
                  <a:ext uri="{FF2B5EF4-FFF2-40B4-BE49-F238E27FC236}">
                    <a16:creationId xmlns:a16="http://schemas.microsoft.com/office/drawing/2014/main" id="{D0A83F8E-F5E0-7474-197C-9C66687BF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256"/>
                <a:ext cx="384" cy="192"/>
                <a:chOff x="384" y="2640"/>
                <a:chExt cx="384" cy="192"/>
              </a:xfrm>
            </p:grpSpPr>
            <p:sp>
              <p:nvSpPr>
                <p:cNvPr id="17455" name="Line 109">
                  <a:extLst>
                    <a:ext uri="{FF2B5EF4-FFF2-40B4-BE49-F238E27FC236}">
                      <a16:creationId xmlns:a16="http://schemas.microsoft.com/office/drawing/2014/main" id="{A6487E9D-494C-5CA1-D7D0-BD8A7416B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6" name="Line 110">
                  <a:extLst>
                    <a:ext uri="{FF2B5EF4-FFF2-40B4-BE49-F238E27FC236}">
                      <a16:creationId xmlns:a16="http://schemas.microsoft.com/office/drawing/2014/main" id="{EF8C1F35-3CD2-535E-ACDA-87F389853A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7" name="Line 111">
                  <a:extLst>
                    <a:ext uri="{FF2B5EF4-FFF2-40B4-BE49-F238E27FC236}">
                      <a16:creationId xmlns:a16="http://schemas.microsoft.com/office/drawing/2014/main" id="{878B01BA-1AD3-F6FC-5C1D-4B6311996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8" name="Line 112">
                  <a:extLst>
                    <a:ext uri="{FF2B5EF4-FFF2-40B4-BE49-F238E27FC236}">
                      <a16:creationId xmlns:a16="http://schemas.microsoft.com/office/drawing/2014/main" id="{D5BEC7E3-927C-2AAC-654C-1C811CFDE0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9" name="Line 113">
                  <a:extLst>
                    <a:ext uri="{FF2B5EF4-FFF2-40B4-BE49-F238E27FC236}">
                      <a16:creationId xmlns:a16="http://schemas.microsoft.com/office/drawing/2014/main" id="{319D7E49-D8B5-EE87-8700-9074CE2953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0" name="Line 114">
                  <a:extLst>
                    <a:ext uri="{FF2B5EF4-FFF2-40B4-BE49-F238E27FC236}">
                      <a16:creationId xmlns:a16="http://schemas.microsoft.com/office/drawing/2014/main" id="{C4587A0A-D71F-358D-16C0-1DEE69B2AA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1" name="Line 115">
                  <a:extLst>
                    <a:ext uri="{FF2B5EF4-FFF2-40B4-BE49-F238E27FC236}">
                      <a16:creationId xmlns:a16="http://schemas.microsoft.com/office/drawing/2014/main" id="{34281737-8A5E-6DAA-F1C0-949B31BFF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2" name="Line 116">
                  <a:extLst>
                    <a:ext uri="{FF2B5EF4-FFF2-40B4-BE49-F238E27FC236}">
                      <a16:creationId xmlns:a16="http://schemas.microsoft.com/office/drawing/2014/main" id="{AEF0BCFC-DD00-FFEE-694A-2D7A7A30A6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63" name="Line 117">
                  <a:extLst>
                    <a:ext uri="{FF2B5EF4-FFF2-40B4-BE49-F238E27FC236}">
                      <a16:creationId xmlns:a16="http://schemas.microsoft.com/office/drawing/2014/main" id="{0D61BB46-9348-F2DD-A864-87407EDD17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433" name="Group 118">
                <a:extLst>
                  <a:ext uri="{FF2B5EF4-FFF2-40B4-BE49-F238E27FC236}">
                    <a16:creationId xmlns:a16="http://schemas.microsoft.com/office/drawing/2014/main" id="{F731B6E8-2F53-1857-4E64-556C5567C7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4" y="2256"/>
                <a:ext cx="384" cy="192"/>
                <a:chOff x="384" y="2640"/>
                <a:chExt cx="384" cy="192"/>
              </a:xfrm>
            </p:grpSpPr>
            <p:sp>
              <p:nvSpPr>
                <p:cNvPr id="17446" name="Line 119">
                  <a:extLst>
                    <a:ext uri="{FF2B5EF4-FFF2-40B4-BE49-F238E27FC236}">
                      <a16:creationId xmlns:a16="http://schemas.microsoft.com/office/drawing/2014/main" id="{481438E8-86F5-B0B3-C1F1-6C244A94BF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47" name="Line 120">
                  <a:extLst>
                    <a:ext uri="{FF2B5EF4-FFF2-40B4-BE49-F238E27FC236}">
                      <a16:creationId xmlns:a16="http://schemas.microsoft.com/office/drawing/2014/main" id="{C1B1316D-9E6C-0F09-C792-F736488523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48" name="Line 121">
                  <a:extLst>
                    <a:ext uri="{FF2B5EF4-FFF2-40B4-BE49-F238E27FC236}">
                      <a16:creationId xmlns:a16="http://schemas.microsoft.com/office/drawing/2014/main" id="{A4AA8FDC-AB83-E462-649D-C6506318F5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49" name="Line 122">
                  <a:extLst>
                    <a:ext uri="{FF2B5EF4-FFF2-40B4-BE49-F238E27FC236}">
                      <a16:creationId xmlns:a16="http://schemas.microsoft.com/office/drawing/2014/main" id="{A2831079-3A6A-A07E-800C-1A9D8DB9F2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0" name="Line 123">
                  <a:extLst>
                    <a:ext uri="{FF2B5EF4-FFF2-40B4-BE49-F238E27FC236}">
                      <a16:creationId xmlns:a16="http://schemas.microsoft.com/office/drawing/2014/main" id="{330ACCE9-CC88-EEFF-1857-57D55FE60F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1" name="Line 124">
                  <a:extLst>
                    <a:ext uri="{FF2B5EF4-FFF2-40B4-BE49-F238E27FC236}">
                      <a16:creationId xmlns:a16="http://schemas.microsoft.com/office/drawing/2014/main" id="{F1DE3BA0-CC8A-A6A4-E017-889B8883A5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2" name="Line 125">
                  <a:extLst>
                    <a:ext uri="{FF2B5EF4-FFF2-40B4-BE49-F238E27FC236}">
                      <a16:creationId xmlns:a16="http://schemas.microsoft.com/office/drawing/2014/main" id="{124CF76B-6DBD-4D41-C305-B0FA9E3AF6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3" name="Line 126">
                  <a:extLst>
                    <a:ext uri="{FF2B5EF4-FFF2-40B4-BE49-F238E27FC236}">
                      <a16:creationId xmlns:a16="http://schemas.microsoft.com/office/drawing/2014/main" id="{F114F0BC-4F71-0920-BE2D-AAFFAA5E24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54" name="Line 127">
                  <a:extLst>
                    <a:ext uri="{FF2B5EF4-FFF2-40B4-BE49-F238E27FC236}">
                      <a16:creationId xmlns:a16="http://schemas.microsoft.com/office/drawing/2014/main" id="{C10644EA-EB08-38AD-EF22-B5A1CBA122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434" name="Text Box 128">
                <a:extLst>
                  <a:ext uri="{FF2B5EF4-FFF2-40B4-BE49-F238E27FC236}">
                    <a16:creationId xmlns:a16="http://schemas.microsoft.com/office/drawing/2014/main" id="{24DCD55E-63F3-83AA-1E89-424CF57C0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697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cm</a:t>
                </a:r>
              </a:p>
            </p:txBody>
          </p:sp>
          <p:sp>
            <p:nvSpPr>
              <p:cNvPr id="17435" name="Text Box 129">
                <a:extLst>
                  <a:ext uri="{FF2B5EF4-FFF2-40B4-BE49-F238E27FC236}">
                    <a16:creationId xmlns:a16="http://schemas.microsoft.com/office/drawing/2014/main" id="{3AD85350-1702-DDFF-78DB-621407056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7436" name="Text Box 130">
                <a:extLst>
                  <a:ext uri="{FF2B5EF4-FFF2-40B4-BE49-F238E27FC236}">
                    <a16:creationId xmlns:a16="http://schemas.microsoft.com/office/drawing/2014/main" id="{98939ECE-F188-5687-37BE-6C37425952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7437" name="Text Box 131">
                <a:extLst>
                  <a:ext uri="{FF2B5EF4-FFF2-40B4-BE49-F238E27FC236}">
                    <a16:creationId xmlns:a16="http://schemas.microsoft.com/office/drawing/2014/main" id="{27BA3BA5-689F-B3EA-8049-71F73A7389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7438" name="Text Box 132">
                <a:extLst>
                  <a:ext uri="{FF2B5EF4-FFF2-40B4-BE49-F238E27FC236}">
                    <a16:creationId xmlns:a16="http://schemas.microsoft.com/office/drawing/2014/main" id="{9E7777A4-48A0-92D6-5E14-2AA6BC9D9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7439" name="Text Box 133">
                <a:extLst>
                  <a:ext uri="{FF2B5EF4-FFF2-40B4-BE49-F238E27FC236}">
                    <a16:creationId xmlns:a16="http://schemas.microsoft.com/office/drawing/2014/main" id="{3FABA6E3-2CA2-7305-6942-864E5E7474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7440" name="Text Box 134">
                <a:extLst>
                  <a:ext uri="{FF2B5EF4-FFF2-40B4-BE49-F238E27FC236}">
                    <a16:creationId xmlns:a16="http://schemas.microsoft.com/office/drawing/2014/main" id="{0F2D0E3F-0EAF-5B54-9997-10063244A6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7441" name="Text Box 135">
                <a:extLst>
                  <a:ext uri="{FF2B5EF4-FFF2-40B4-BE49-F238E27FC236}">
                    <a16:creationId xmlns:a16="http://schemas.microsoft.com/office/drawing/2014/main" id="{559AFB9A-180B-9057-14B2-ADF61C38E4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7442" name="Text Box 136">
                <a:extLst>
                  <a:ext uri="{FF2B5EF4-FFF2-40B4-BE49-F238E27FC236}">
                    <a16:creationId xmlns:a16="http://schemas.microsoft.com/office/drawing/2014/main" id="{EBDDF660-70C2-804F-6306-54780156B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7443" name="Text Box 137">
                <a:extLst>
                  <a:ext uri="{FF2B5EF4-FFF2-40B4-BE49-F238E27FC236}">
                    <a16:creationId xmlns:a16="http://schemas.microsoft.com/office/drawing/2014/main" id="{32891394-566A-C572-0BBF-BE585D54CE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17444" name="Text Box 138">
                <a:extLst>
                  <a:ext uri="{FF2B5EF4-FFF2-40B4-BE49-F238E27FC236}">
                    <a16:creationId xmlns:a16="http://schemas.microsoft.com/office/drawing/2014/main" id="{CBDC3B4D-EE27-3952-0EFB-0B4FE2376D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9</a:t>
                </a:r>
              </a:p>
            </p:txBody>
          </p:sp>
          <p:sp>
            <p:nvSpPr>
              <p:cNvPr id="17445" name="Text Box 139">
                <a:extLst>
                  <a:ext uri="{FF2B5EF4-FFF2-40B4-BE49-F238E27FC236}">
                    <a16:creationId xmlns:a16="http://schemas.microsoft.com/office/drawing/2014/main" id="{AB7BA013-5CF5-751C-D952-73083264F5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4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10</a:t>
                </a:r>
              </a:p>
            </p:txBody>
          </p:sp>
        </p:grpSp>
        <p:sp>
          <p:nvSpPr>
            <p:cNvPr id="17416" name="Text Box 143">
              <a:extLst>
                <a:ext uri="{FF2B5EF4-FFF2-40B4-BE49-F238E27FC236}">
                  <a16:creationId xmlns:a16="http://schemas.microsoft.com/office/drawing/2014/main" id="{0EE0555A-1049-139D-2535-C06B100BB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680"/>
              <a:ext cx="3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</a:rPr>
                <a:t>+</a:t>
              </a:r>
              <a:endParaRPr lang="en-US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17417" name="Text Box 144">
              <a:extLst>
                <a:ext uri="{FF2B5EF4-FFF2-40B4-BE49-F238E27FC236}">
                  <a16:creationId xmlns:a16="http://schemas.microsoft.com/office/drawing/2014/main" id="{9858DCD9-870D-A37A-501F-918E1A74B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51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  <a:sym typeface="Wingdings" pitchFamily="2" charset="2"/>
                </a:rPr>
                <a:t>-</a:t>
              </a:r>
              <a:endParaRPr lang="en-US" altLang="en-US" b="1">
                <a:solidFill>
                  <a:schemeClr val="bg1"/>
                </a:solidFill>
              </a:endParaRPr>
            </a:p>
          </p:txBody>
        </p:sp>
        <p:sp>
          <p:nvSpPr>
            <p:cNvPr id="17418" name="Line 145">
              <a:extLst>
                <a:ext uri="{FF2B5EF4-FFF2-40B4-BE49-F238E27FC236}">
                  <a16:creationId xmlns:a16="http://schemas.microsoft.com/office/drawing/2014/main" id="{7D5EBA7F-EC9B-32AF-281F-5F2BA4FD2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Line 146">
              <a:extLst>
                <a:ext uri="{FF2B5EF4-FFF2-40B4-BE49-F238E27FC236}">
                  <a16:creationId xmlns:a16="http://schemas.microsoft.com/office/drawing/2014/main" id="{FBE9D23B-F1F2-C06E-6805-E5A3BD85B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42" name="Rectangle 2">
            <a:extLst>
              <a:ext uri="{FF2B5EF4-FFF2-40B4-BE49-F238E27FC236}">
                <a16:creationId xmlns:a16="http://schemas.microsoft.com/office/drawing/2014/main" id="{5E8BE04C-09B7-8012-DB98-B28E2D14B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Displacement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E527558-D2CF-CE81-6DA4-D0E842DAC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Let’s revisit our ant, and this time we’ll find its displacement.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 dirty="0"/>
              <a:t>Distance: 3 cm</a:t>
            </a:r>
            <a:endParaRPr lang="en-US" altLang="en-US" dirty="0">
              <a:cs typeface="Arial"/>
            </a:endParaRPr>
          </a:p>
          <a:p>
            <a:pPr eaLnBrk="1" hangingPunct="1">
              <a:defRPr/>
            </a:pPr>
            <a:r>
              <a:rPr lang="en-US" altLang="en-US" dirty="0"/>
              <a:t>Displacement: +3 cm</a:t>
            </a:r>
            <a:endParaRPr lang="en-US" altLang="en-US" dirty="0">
              <a:cs typeface="Arial"/>
            </a:endParaRPr>
          </a:p>
          <a:p>
            <a:pPr lvl="1" eaLnBrk="1" hangingPunct="1">
              <a:defRPr/>
            </a:pPr>
            <a:r>
              <a:rPr lang="en-US" altLang="en-US" dirty="0"/>
              <a:t>The positive gives the ant a direction!</a:t>
            </a:r>
            <a:endParaRPr lang="en-US" altLang="en-US" dirty="0">
              <a:cs typeface="Arial"/>
            </a:endParaRPr>
          </a:p>
        </p:txBody>
      </p:sp>
      <p:pic>
        <p:nvPicPr>
          <p:cNvPr id="35980" name="Picture 140" descr="MCAN04187_0000[1]">
            <a:extLst>
              <a:ext uri="{FF2B5EF4-FFF2-40B4-BE49-F238E27FC236}">
                <a16:creationId xmlns:a16="http://schemas.microsoft.com/office/drawing/2014/main" id="{EF6B4194-85F8-40AA-F54D-E2F569299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8600" y="32242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81" name="Line 141">
            <a:extLst>
              <a:ext uri="{FF2B5EF4-FFF2-40B4-BE49-F238E27FC236}">
                <a16:creationId xmlns:a16="http://schemas.microsoft.com/office/drawing/2014/main" id="{7A4D0108-4173-DB87-CF6C-AB2C51DB9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200400"/>
            <a:ext cx="22860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25 0.0  E" pathEditMode="relative" ptsTypes="">
                                      <p:cBhvr>
                                        <p:cTn id="12" dur="2000" fill="hold"/>
                                        <p:tgtEl>
                                          <p:spTgt spid="359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0C1EC8F-79DF-6D85-C0F5-07BE839CD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Displacement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8F2C510-85F1-0766-56CD-CCBF56EA0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Find the ant’s displacement again.</a:t>
            </a:r>
          </a:p>
          <a:p>
            <a:pPr lvl="1" eaLnBrk="1" hangingPunct="1">
              <a:defRPr/>
            </a:pPr>
            <a:r>
              <a:rPr lang="en-US" altLang="en-US"/>
              <a:t>Remember, displacement has direction!</a:t>
            </a:r>
          </a:p>
          <a:p>
            <a:pPr lvl="1" eaLnBrk="1" hangingPunct="1">
              <a:defRPr/>
            </a:pPr>
            <a:endParaRPr lang="en-US" altLang="en-US"/>
          </a:p>
          <a:p>
            <a:pPr lvl="1" eaLnBrk="1" hangingPunct="1">
              <a:defRPr/>
            </a:pPr>
            <a:endParaRPr lang="en-US" altLang="en-US"/>
          </a:p>
          <a:p>
            <a:pPr lvl="1" eaLnBrk="1" hangingPunct="1">
              <a:defRPr/>
            </a:pPr>
            <a:endParaRPr lang="en-US" altLang="en-US"/>
          </a:p>
          <a:p>
            <a:pPr lvl="1" eaLnBrk="1" hangingPunct="1">
              <a:defRPr/>
            </a:pPr>
            <a:endParaRPr lang="en-US" altLang="en-US"/>
          </a:p>
          <a:p>
            <a:pPr lvl="1"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Distance: 3 cm</a:t>
            </a:r>
          </a:p>
          <a:p>
            <a:pPr eaLnBrk="1" hangingPunct="1">
              <a:defRPr/>
            </a:pPr>
            <a:r>
              <a:rPr lang="en-US" altLang="en-US"/>
              <a:t>Displacement: -3 cm</a:t>
            </a:r>
          </a:p>
        </p:txBody>
      </p:sp>
      <p:grpSp>
        <p:nvGrpSpPr>
          <p:cNvPr id="19460" name="Group 4">
            <a:extLst>
              <a:ext uri="{FF2B5EF4-FFF2-40B4-BE49-F238E27FC236}">
                <a16:creationId xmlns:a16="http://schemas.microsoft.com/office/drawing/2014/main" id="{9AFCD452-7C14-1AB5-AEB9-5DB66B5478D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849563"/>
            <a:ext cx="8763000" cy="2103437"/>
            <a:chOff x="96" y="1651"/>
            <a:chExt cx="5520" cy="1325"/>
          </a:xfrm>
        </p:grpSpPr>
        <p:grpSp>
          <p:nvGrpSpPr>
            <p:cNvPr id="19463" name="Group 5">
              <a:extLst>
                <a:ext uri="{FF2B5EF4-FFF2-40B4-BE49-F238E27FC236}">
                  <a16:creationId xmlns:a16="http://schemas.microsoft.com/office/drawing/2014/main" id="{3C5A433D-F3AA-F52B-0328-E60541B7BB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1728"/>
              <a:ext cx="5520" cy="1248"/>
              <a:chOff x="96" y="1728"/>
              <a:chExt cx="5520" cy="1248"/>
            </a:xfrm>
          </p:grpSpPr>
          <p:sp>
            <p:nvSpPr>
              <p:cNvPr id="19468" name="Rectangle 6">
                <a:extLst>
                  <a:ext uri="{FF2B5EF4-FFF2-40B4-BE49-F238E27FC236}">
                    <a16:creationId xmlns:a16="http://schemas.microsoft.com/office/drawing/2014/main" id="{0C25316C-C240-8353-65D7-6C3AF73F3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1728"/>
                <a:ext cx="5520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9469" name="Rectangle 7">
                <a:extLst>
                  <a:ext uri="{FF2B5EF4-FFF2-40B4-BE49-F238E27FC236}">
                    <a16:creationId xmlns:a16="http://schemas.microsoft.com/office/drawing/2014/main" id="{8BAD00BD-CBDA-88C6-E8E1-B6E9D18E3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256"/>
                <a:ext cx="5520" cy="720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grpSp>
            <p:nvGrpSpPr>
              <p:cNvPr id="19470" name="Group 8">
                <a:extLst>
                  <a:ext uri="{FF2B5EF4-FFF2-40B4-BE49-F238E27FC236}">
                    <a16:creationId xmlns:a16="http://schemas.microsoft.com/office/drawing/2014/main" id="{566B1032-1CF6-3924-FA6D-3725B1FBBB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2256"/>
                <a:ext cx="4800" cy="240"/>
                <a:chOff x="336" y="2640"/>
                <a:chExt cx="4800" cy="144"/>
              </a:xfrm>
            </p:grpSpPr>
            <p:sp>
              <p:nvSpPr>
                <p:cNvPr id="19593" name="Line 9">
                  <a:extLst>
                    <a:ext uri="{FF2B5EF4-FFF2-40B4-BE49-F238E27FC236}">
                      <a16:creationId xmlns:a16="http://schemas.microsoft.com/office/drawing/2014/main" id="{ACC26000-6C89-F1FF-13FF-7675D9AED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4" name="Line 10">
                  <a:extLst>
                    <a:ext uri="{FF2B5EF4-FFF2-40B4-BE49-F238E27FC236}">
                      <a16:creationId xmlns:a16="http://schemas.microsoft.com/office/drawing/2014/main" id="{EBB1BEE3-CE83-B897-C7E6-84F50882D4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5" name="Line 11">
                  <a:extLst>
                    <a:ext uri="{FF2B5EF4-FFF2-40B4-BE49-F238E27FC236}">
                      <a16:creationId xmlns:a16="http://schemas.microsoft.com/office/drawing/2014/main" id="{930E1725-DED0-34B6-749E-55A50842BB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6" name="Line 12">
                  <a:extLst>
                    <a:ext uri="{FF2B5EF4-FFF2-40B4-BE49-F238E27FC236}">
                      <a16:creationId xmlns:a16="http://schemas.microsoft.com/office/drawing/2014/main" id="{9DFBA830-DE02-3590-AC40-49D060296A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7" name="Line 13">
                  <a:extLst>
                    <a:ext uri="{FF2B5EF4-FFF2-40B4-BE49-F238E27FC236}">
                      <a16:creationId xmlns:a16="http://schemas.microsoft.com/office/drawing/2014/main" id="{91CFF903-4146-54C6-275A-A2DD398AB2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8" name="Line 14">
                  <a:extLst>
                    <a:ext uri="{FF2B5EF4-FFF2-40B4-BE49-F238E27FC236}">
                      <a16:creationId xmlns:a16="http://schemas.microsoft.com/office/drawing/2014/main" id="{C27940D1-1FA1-36E0-584A-01626A0BBE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9" name="Line 15">
                  <a:extLst>
                    <a:ext uri="{FF2B5EF4-FFF2-40B4-BE49-F238E27FC236}">
                      <a16:creationId xmlns:a16="http://schemas.microsoft.com/office/drawing/2014/main" id="{39120160-919F-8F65-96AA-D7CE8D524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00" name="Line 16">
                  <a:extLst>
                    <a:ext uri="{FF2B5EF4-FFF2-40B4-BE49-F238E27FC236}">
                      <a16:creationId xmlns:a16="http://schemas.microsoft.com/office/drawing/2014/main" id="{1405E4F3-9F8C-E9A9-83F2-09DB8B8C58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01" name="Line 17">
                  <a:extLst>
                    <a:ext uri="{FF2B5EF4-FFF2-40B4-BE49-F238E27FC236}">
                      <a16:creationId xmlns:a16="http://schemas.microsoft.com/office/drawing/2014/main" id="{8941140B-3FFC-447E-A3D0-258277C78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02" name="Line 18">
                  <a:extLst>
                    <a:ext uri="{FF2B5EF4-FFF2-40B4-BE49-F238E27FC236}">
                      <a16:creationId xmlns:a16="http://schemas.microsoft.com/office/drawing/2014/main" id="{C7B62900-F129-244B-4CEA-183001E219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03" name="Line 19">
                  <a:extLst>
                    <a:ext uri="{FF2B5EF4-FFF2-40B4-BE49-F238E27FC236}">
                      <a16:creationId xmlns:a16="http://schemas.microsoft.com/office/drawing/2014/main" id="{9EFD838C-6C0B-55AF-14C7-DBDD7655DD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1" name="Group 20">
                <a:extLst>
                  <a:ext uri="{FF2B5EF4-FFF2-40B4-BE49-F238E27FC236}">
                    <a16:creationId xmlns:a16="http://schemas.microsoft.com/office/drawing/2014/main" id="{7E9982FF-42BA-11EA-6895-503E457055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2256"/>
                <a:ext cx="384" cy="192"/>
                <a:chOff x="384" y="2640"/>
                <a:chExt cx="384" cy="192"/>
              </a:xfrm>
            </p:grpSpPr>
            <p:sp>
              <p:nvSpPr>
                <p:cNvPr id="19584" name="Line 21">
                  <a:extLst>
                    <a:ext uri="{FF2B5EF4-FFF2-40B4-BE49-F238E27FC236}">
                      <a16:creationId xmlns:a16="http://schemas.microsoft.com/office/drawing/2014/main" id="{A1B3A8C0-CE50-387E-73CD-8C798F6FFB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5" name="Line 22">
                  <a:extLst>
                    <a:ext uri="{FF2B5EF4-FFF2-40B4-BE49-F238E27FC236}">
                      <a16:creationId xmlns:a16="http://schemas.microsoft.com/office/drawing/2014/main" id="{5E02E4A5-9789-F914-0F02-0FE9BFBCD3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6" name="Line 23">
                  <a:extLst>
                    <a:ext uri="{FF2B5EF4-FFF2-40B4-BE49-F238E27FC236}">
                      <a16:creationId xmlns:a16="http://schemas.microsoft.com/office/drawing/2014/main" id="{4766912E-A28F-25E1-C5FB-B7BFE0DC62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7" name="Line 24">
                  <a:extLst>
                    <a:ext uri="{FF2B5EF4-FFF2-40B4-BE49-F238E27FC236}">
                      <a16:creationId xmlns:a16="http://schemas.microsoft.com/office/drawing/2014/main" id="{1EB06C83-C08B-3A49-0C48-6F2F1EC5C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8" name="Line 25">
                  <a:extLst>
                    <a:ext uri="{FF2B5EF4-FFF2-40B4-BE49-F238E27FC236}">
                      <a16:creationId xmlns:a16="http://schemas.microsoft.com/office/drawing/2014/main" id="{558C4049-C7B0-4768-0B8D-6FA3C62DA1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9" name="Line 26">
                  <a:extLst>
                    <a:ext uri="{FF2B5EF4-FFF2-40B4-BE49-F238E27FC236}">
                      <a16:creationId xmlns:a16="http://schemas.microsoft.com/office/drawing/2014/main" id="{FFCB4C55-6FF6-083C-3A43-8444B78455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0" name="Line 27">
                  <a:extLst>
                    <a:ext uri="{FF2B5EF4-FFF2-40B4-BE49-F238E27FC236}">
                      <a16:creationId xmlns:a16="http://schemas.microsoft.com/office/drawing/2014/main" id="{69E74784-122E-8FFD-8FA8-7096EC2684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1" name="Line 28">
                  <a:extLst>
                    <a:ext uri="{FF2B5EF4-FFF2-40B4-BE49-F238E27FC236}">
                      <a16:creationId xmlns:a16="http://schemas.microsoft.com/office/drawing/2014/main" id="{FF5F4BA3-1CB3-D5B0-6DBE-54C93FAD2B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2" name="Line 29">
                  <a:extLst>
                    <a:ext uri="{FF2B5EF4-FFF2-40B4-BE49-F238E27FC236}">
                      <a16:creationId xmlns:a16="http://schemas.microsoft.com/office/drawing/2014/main" id="{A40E130A-F496-5E89-F287-0D6D7D5E09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2" name="Group 30">
                <a:extLst>
                  <a:ext uri="{FF2B5EF4-FFF2-40B4-BE49-F238E27FC236}">
                    <a16:creationId xmlns:a16="http://schemas.microsoft.com/office/drawing/2014/main" id="{A66F9537-784C-2497-3F83-45610D197E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256"/>
                <a:ext cx="384" cy="192"/>
                <a:chOff x="384" y="2640"/>
                <a:chExt cx="384" cy="192"/>
              </a:xfrm>
            </p:grpSpPr>
            <p:sp>
              <p:nvSpPr>
                <p:cNvPr id="19575" name="Line 31">
                  <a:extLst>
                    <a:ext uri="{FF2B5EF4-FFF2-40B4-BE49-F238E27FC236}">
                      <a16:creationId xmlns:a16="http://schemas.microsoft.com/office/drawing/2014/main" id="{793D5D7E-FCDE-3DBD-BF3B-1DC9DB4B7F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6" name="Line 32">
                  <a:extLst>
                    <a:ext uri="{FF2B5EF4-FFF2-40B4-BE49-F238E27FC236}">
                      <a16:creationId xmlns:a16="http://schemas.microsoft.com/office/drawing/2014/main" id="{B61256FB-0E48-1B7C-4A68-CDFE90AD39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7" name="Line 33">
                  <a:extLst>
                    <a:ext uri="{FF2B5EF4-FFF2-40B4-BE49-F238E27FC236}">
                      <a16:creationId xmlns:a16="http://schemas.microsoft.com/office/drawing/2014/main" id="{94025CE5-6DBE-4387-02FE-A1377C2E08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8" name="Line 34">
                  <a:extLst>
                    <a:ext uri="{FF2B5EF4-FFF2-40B4-BE49-F238E27FC236}">
                      <a16:creationId xmlns:a16="http://schemas.microsoft.com/office/drawing/2014/main" id="{1FF50726-8EF7-2CB3-B98F-BF55BAA1CD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9" name="Line 35">
                  <a:extLst>
                    <a:ext uri="{FF2B5EF4-FFF2-40B4-BE49-F238E27FC236}">
                      <a16:creationId xmlns:a16="http://schemas.microsoft.com/office/drawing/2014/main" id="{3C8E65D0-384E-7540-467D-8CC74193F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0" name="Line 36">
                  <a:extLst>
                    <a:ext uri="{FF2B5EF4-FFF2-40B4-BE49-F238E27FC236}">
                      <a16:creationId xmlns:a16="http://schemas.microsoft.com/office/drawing/2014/main" id="{A9E42A90-66A0-226E-AAFF-3DB4BEFC8B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1" name="Line 37">
                  <a:extLst>
                    <a:ext uri="{FF2B5EF4-FFF2-40B4-BE49-F238E27FC236}">
                      <a16:creationId xmlns:a16="http://schemas.microsoft.com/office/drawing/2014/main" id="{DFDF9FEB-888B-062F-CDF7-36E8166AB7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2" name="Line 38">
                  <a:extLst>
                    <a:ext uri="{FF2B5EF4-FFF2-40B4-BE49-F238E27FC236}">
                      <a16:creationId xmlns:a16="http://schemas.microsoft.com/office/drawing/2014/main" id="{0BB17A50-62D2-BD11-B4FA-2FC3CCDB69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3" name="Line 39">
                  <a:extLst>
                    <a:ext uri="{FF2B5EF4-FFF2-40B4-BE49-F238E27FC236}">
                      <a16:creationId xmlns:a16="http://schemas.microsoft.com/office/drawing/2014/main" id="{88346080-7F05-2154-B18E-63C9133C1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3" name="Group 40">
                <a:extLst>
                  <a:ext uri="{FF2B5EF4-FFF2-40B4-BE49-F238E27FC236}">
                    <a16:creationId xmlns:a16="http://schemas.microsoft.com/office/drawing/2014/main" id="{D3E474DD-9C8E-112A-E895-64CFA43BF7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2256"/>
                <a:ext cx="384" cy="192"/>
                <a:chOff x="384" y="2640"/>
                <a:chExt cx="384" cy="192"/>
              </a:xfrm>
            </p:grpSpPr>
            <p:sp>
              <p:nvSpPr>
                <p:cNvPr id="19566" name="Line 41">
                  <a:extLst>
                    <a:ext uri="{FF2B5EF4-FFF2-40B4-BE49-F238E27FC236}">
                      <a16:creationId xmlns:a16="http://schemas.microsoft.com/office/drawing/2014/main" id="{0E384FB3-CBA1-3A67-695E-E330C2D1E3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7" name="Line 42">
                  <a:extLst>
                    <a:ext uri="{FF2B5EF4-FFF2-40B4-BE49-F238E27FC236}">
                      <a16:creationId xmlns:a16="http://schemas.microsoft.com/office/drawing/2014/main" id="{5CD413B0-B09C-1ED6-09C5-C5BE81F40B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8" name="Line 43">
                  <a:extLst>
                    <a:ext uri="{FF2B5EF4-FFF2-40B4-BE49-F238E27FC236}">
                      <a16:creationId xmlns:a16="http://schemas.microsoft.com/office/drawing/2014/main" id="{DEC90273-FAE9-E1B4-A70F-13D1C5787A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9" name="Line 44">
                  <a:extLst>
                    <a:ext uri="{FF2B5EF4-FFF2-40B4-BE49-F238E27FC236}">
                      <a16:creationId xmlns:a16="http://schemas.microsoft.com/office/drawing/2014/main" id="{8EE14CD5-EAE4-90C0-EC98-77CE7ECB6E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0" name="Line 45">
                  <a:extLst>
                    <a:ext uri="{FF2B5EF4-FFF2-40B4-BE49-F238E27FC236}">
                      <a16:creationId xmlns:a16="http://schemas.microsoft.com/office/drawing/2014/main" id="{89E727FA-B4AA-1225-3251-E9E1FD4BCA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1" name="Line 46">
                  <a:extLst>
                    <a:ext uri="{FF2B5EF4-FFF2-40B4-BE49-F238E27FC236}">
                      <a16:creationId xmlns:a16="http://schemas.microsoft.com/office/drawing/2014/main" id="{B4DB1F89-7F80-5F73-2A3D-F1F421225C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2" name="Line 47">
                  <a:extLst>
                    <a:ext uri="{FF2B5EF4-FFF2-40B4-BE49-F238E27FC236}">
                      <a16:creationId xmlns:a16="http://schemas.microsoft.com/office/drawing/2014/main" id="{26CD4302-B784-8AB4-CE2E-74B9A7E2DC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3" name="Line 48">
                  <a:extLst>
                    <a:ext uri="{FF2B5EF4-FFF2-40B4-BE49-F238E27FC236}">
                      <a16:creationId xmlns:a16="http://schemas.microsoft.com/office/drawing/2014/main" id="{574DD7D9-283F-4DBC-2559-CD4C1CADC8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4" name="Line 49">
                  <a:extLst>
                    <a:ext uri="{FF2B5EF4-FFF2-40B4-BE49-F238E27FC236}">
                      <a16:creationId xmlns:a16="http://schemas.microsoft.com/office/drawing/2014/main" id="{A8ADC4E1-4FA7-8BFE-9FC9-20A133360D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4" name="Group 50">
                <a:extLst>
                  <a:ext uri="{FF2B5EF4-FFF2-40B4-BE49-F238E27FC236}">
                    <a16:creationId xmlns:a16="http://schemas.microsoft.com/office/drawing/2014/main" id="{EACE3793-D7B6-B552-0ED7-F5624A0B96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256"/>
                <a:ext cx="384" cy="192"/>
                <a:chOff x="384" y="2640"/>
                <a:chExt cx="384" cy="192"/>
              </a:xfrm>
            </p:grpSpPr>
            <p:sp>
              <p:nvSpPr>
                <p:cNvPr id="19557" name="Line 51">
                  <a:extLst>
                    <a:ext uri="{FF2B5EF4-FFF2-40B4-BE49-F238E27FC236}">
                      <a16:creationId xmlns:a16="http://schemas.microsoft.com/office/drawing/2014/main" id="{F3D5611D-6C2D-CD9A-25BA-359040DB7E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8" name="Line 52">
                  <a:extLst>
                    <a:ext uri="{FF2B5EF4-FFF2-40B4-BE49-F238E27FC236}">
                      <a16:creationId xmlns:a16="http://schemas.microsoft.com/office/drawing/2014/main" id="{8344454B-E9D3-3B31-950D-FFEBB82EC7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9" name="Line 53">
                  <a:extLst>
                    <a:ext uri="{FF2B5EF4-FFF2-40B4-BE49-F238E27FC236}">
                      <a16:creationId xmlns:a16="http://schemas.microsoft.com/office/drawing/2014/main" id="{BE99057C-0E5A-3946-9C3C-B7CC7DF2EF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0" name="Line 54">
                  <a:extLst>
                    <a:ext uri="{FF2B5EF4-FFF2-40B4-BE49-F238E27FC236}">
                      <a16:creationId xmlns:a16="http://schemas.microsoft.com/office/drawing/2014/main" id="{7F60E00F-8A14-2253-50AE-A02C395D80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1" name="Line 55">
                  <a:extLst>
                    <a:ext uri="{FF2B5EF4-FFF2-40B4-BE49-F238E27FC236}">
                      <a16:creationId xmlns:a16="http://schemas.microsoft.com/office/drawing/2014/main" id="{D2BF494C-8445-F703-42AA-2D6CD2BD46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2" name="Line 56">
                  <a:extLst>
                    <a:ext uri="{FF2B5EF4-FFF2-40B4-BE49-F238E27FC236}">
                      <a16:creationId xmlns:a16="http://schemas.microsoft.com/office/drawing/2014/main" id="{F23CB1F9-9947-B40A-E630-CF98A88189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3" name="Line 57">
                  <a:extLst>
                    <a:ext uri="{FF2B5EF4-FFF2-40B4-BE49-F238E27FC236}">
                      <a16:creationId xmlns:a16="http://schemas.microsoft.com/office/drawing/2014/main" id="{44D84A9A-1238-1721-F675-09B65D3F3A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4" name="Line 58">
                  <a:extLst>
                    <a:ext uri="{FF2B5EF4-FFF2-40B4-BE49-F238E27FC236}">
                      <a16:creationId xmlns:a16="http://schemas.microsoft.com/office/drawing/2014/main" id="{4CEB5AB4-4EDB-6E09-FE3A-BBF989B346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5" name="Line 59">
                  <a:extLst>
                    <a:ext uri="{FF2B5EF4-FFF2-40B4-BE49-F238E27FC236}">
                      <a16:creationId xmlns:a16="http://schemas.microsoft.com/office/drawing/2014/main" id="{77C1ED23-A388-EE82-3E4F-61702B7D7E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5" name="Group 60">
                <a:extLst>
                  <a:ext uri="{FF2B5EF4-FFF2-40B4-BE49-F238E27FC236}">
                    <a16:creationId xmlns:a16="http://schemas.microsoft.com/office/drawing/2014/main" id="{E961F871-7768-AB20-1DB3-205CDF9E51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256"/>
                <a:ext cx="384" cy="192"/>
                <a:chOff x="384" y="2640"/>
                <a:chExt cx="384" cy="192"/>
              </a:xfrm>
            </p:grpSpPr>
            <p:sp>
              <p:nvSpPr>
                <p:cNvPr id="19548" name="Line 61">
                  <a:extLst>
                    <a:ext uri="{FF2B5EF4-FFF2-40B4-BE49-F238E27FC236}">
                      <a16:creationId xmlns:a16="http://schemas.microsoft.com/office/drawing/2014/main" id="{B58E6E37-89F2-437A-F75F-24A0FBFA95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9" name="Line 62">
                  <a:extLst>
                    <a:ext uri="{FF2B5EF4-FFF2-40B4-BE49-F238E27FC236}">
                      <a16:creationId xmlns:a16="http://schemas.microsoft.com/office/drawing/2014/main" id="{DA7FE355-AF23-5CFA-E02E-329A40D22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0" name="Line 63">
                  <a:extLst>
                    <a:ext uri="{FF2B5EF4-FFF2-40B4-BE49-F238E27FC236}">
                      <a16:creationId xmlns:a16="http://schemas.microsoft.com/office/drawing/2014/main" id="{CF1F17AA-3453-1B28-80A5-B6302A4C73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1" name="Line 64">
                  <a:extLst>
                    <a:ext uri="{FF2B5EF4-FFF2-40B4-BE49-F238E27FC236}">
                      <a16:creationId xmlns:a16="http://schemas.microsoft.com/office/drawing/2014/main" id="{B9BEAC93-CA9F-AEF6-2C62-6C280827E2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2" name="Line 65">
                  <a:extLst>
                    <a:ext uri="{FF2B5EF4-FFF2-40B4-BE49-F238E27FC236}">
                      <a16:creationId xmlns:a16="http://schemas.microsoft.com/office/drawing/2014/main" id="{EB505424-B138-9071-B2CB-4EEDB3B11A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3" name="Line 66">
                  <a:extLst>
                    <a:ext uri="{FF2B5EF4-FFF2-40B4-BE49-F238E27FC236}">
                      <a16:creationId xmlns:a16="http://schemas.microsoft.com/office/drawing/2014/main" id="{EBCFA0C9-F0EB-B66C-7B28-CD400736B8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4" name="Line 67">
                  <a:extLst>
                    <a:ext uri="{FF2B5EF4-FFF2-40B4-BE49-F238E27FC236}">
                      <a16:creationId xmlns:a16="http://schemas.microsoft.com/office/drawing/2014/main" id="{FDE60B46-4F6B-D477-7609-D77548298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5" name="Line 68">
                  <a:extLst>
                    <a:ext uri="{FF2B5EF4-FFF2-40B4-BE49-F238E27FC236}">
                      <a16:creationId xmlns:a16="http://schemas.microsoft.com/office/drawing/2014/main" id="{12958312-274E-62EB-AAFB-63CF886F6D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6" name="Line 69">
                  <a:extLst>
                    <a:ext uri="{FF2B5EF4-FFF2-40B4-BE49-F238E27FC236}">
                      <a16:creationId xmlns:a16="http://schemas.microsoft.com/office/drawing/2014/main" id="{28271AEA-7C8D-35C2-F8E1-B631D167EB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6" name="Group 70">
                <a:extLst>
                  <a:ext uri="{FF2B5EF4-FFF2-40B4-BE49-F238E27FC236}">
                    <a16:creationId xmlns:a16="http://schemas.microsoft.com/office/drawing/2014/main" id="{635524E2-1B59-23AA-3162-1DF9753400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256"/>
                <a:ext cx="384" cy="192"/>
                <a:chOff x="384" y="2640"/>
                <a:chExt cx="384" cy="192"/>
              </a:xfrm>
            </p:grpSpPr>
            <p:sp>
              <p:nvSpPr>
                <p:cNvPr id="19539" name="Line 71">
                  <a:extLst>
                    <a:ext uri="{FF2B5EF4-FFF2-40B4-BE49-F238E27FC236}">
                      <a16:creationId xmlns:a16="http://schemas.microsoft.com/office/drawing/2014/main" id="{8E0668B4-88D5-CED5-F9C8-16603604C8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0" name="Line 72">
                  <a:extLst>
                    <a:ext uri="{FF2B5EF4-FFF2-40B4-BE49-F238E27FC236}">
                      <a16:creationId xmlns:a16="http://schemas.microsoft.com/office/drawing/2014/main" id="{BF13EDA5-D7FB-5604-DEDB-8F854BEC9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1" name="Line 73">
                  <a:extLst>
                    <a:ext uri="{FF2B5EF4-FFF2-40B4-BE49-F238E27FC236}">
                      <a16:creationId xmlns:a16="http://schemas.microsoft.com/office/drawing/2014/main" id="{B1904F6C-A24A-EF17-02B6-EC6BC8904B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2" name="Line 74">
                  <a:extLst>
                    <a:ext uri="{FF2B5EF4-FFF2-40B4-BE49-F238E27FC236}">
                      <a16:creationId xmlns:a16="http://schemas.microsoft.com/office/drawing/2014/main" id="{4187DFE9-2A71-919B-5AB5-EBEAF209BF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3" name="Line 75">
                  <a:extLst>
                    <a:ext uri="{FF2B5EF4-FFF2-40B4-BE49-F238E27FC236}">
                      <a16:creationId xmlns:a16="http://schemas.microsoft.com/office/drawing/2014/main" id="{51087540-B869-D226-2EB7-9F9FA92119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4" name="Line 76">
                  <a:extLst>
                    <a:ext uri="{FF2B5EF4-FFF2-40B4-BE49-F238E27FC236}">
                      <a16:creationId xmlns:a16="http://schemas.microsoft.com/office/drawing/2014/main" id="{0A9AF493-7232-78C7-1CAF-64A591D2E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5" name="Line 77">
                  <a:extLst>
                    <a:ext uri="{FF2B5EF4-FFF2-40B4-BE49-F238E27FC236}">
                      <a16:creationId xmlns:a16="http://schemas.microsoft.com/office/drawing/2014/main" id="{D27C0925-4B92-BF47-EE8E-3CC0E0476E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6" name="Line 78">
                  <a:extLst>
                    <a:ext uri="{FF2B5EF4-FFF2-40B4-BE49-F238E27FC236}">
                      <a16:creationId xmlns:a16="http://schemas.microsoft.com/office/drawing/2014/main" id="{B4C16977-FB4D-CC46-2482-47BE6DB56C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7" name="Line 79">
                  <a:extLst>
                    <a:ext uri="{FF2B5EF4-FFF2-40B4-BE49-F238E27FC236}">
                      <a16:creationId xmlns:a16="http://schemas.microsoft.com/office/drawing/2014/main" id="{DD4892AE-B541-3BFA-4321-1886F2F570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7" name="Group 80">
                <a:extLst>
                  <a:ext uri="{FF2B5EF4-FFF2-40B4-BE49-F238E27FC236}">
                    <a16:creationId xmlns:a16="http://schemas.microsoft.com/office/drawing/2014/main" id="{4572CEFD-D64D-F28E-A269-BD337BBB65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256"/>
                <a:ext cx="384" cy="192"/>
                <a:chOff x="384" y="2640"/>
                <a:chExt cx="384" cy="192"/>
              </a:xfrm>
            </p:grpSpPr>
            <p:sp>
              <p:nvSpPr>
                <p:cNvPr id="19530" name="Line 81">
                  <a:extLst>
                    <a:ext uri="{FF2B5EF4-FFF2-40B4-BE49-F238E27FC236}">
                      <a16:creationId xmlns:a16="http://schemas.microsoft.com/office/drawing/2014/main" id="{FA10ED90-AE61-D65E-A4D8-EC6E0D6B8E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1" name="Line 82">
                  <a:extLst>
                    <a:ext uri="{FF2B5EF4-FFF2-40B4-BE49-F238E27FC236}">
                      <a16:creationId xmlns:a16="http://schemas.microsoft.com/office/drawing/2014/main" id="{02ACFB59-3172-28AC-DC1F-E4213626A4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2" name="Line 83">
                  <a:extLst>
                    <a:ext uri="{FF2B5EF4-FFF2-40B4-BE49-F238E27FC236}">
                      <a16:creationId xmlns:a16="http://schemas.microsoft.com/office/drawing/2014/main" id="{44D279A3-12A5-2F12-35E4-26839A77CF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3" name="Line 84">
                  <a:extLst>
                    <a:ext uri="{FF2B5EF4-FFF2-40B4-BE49-F238E27FC236}">
                      <a16:creationId xmlns:a16="http://schemas.microsoft.com/office/drawing/2014/main" id="{707C4270-9C5F-FF96-54B2-205B52C7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4" name="Line 85">
                  <a:extLst>
                    <a:ext uri="{FF2B5EF4-FFF2-40B4-BE49-F238E27FC236}">
                      <a16:creationId xmlns:a16="http://schemas.microsoft.com/office/drawing/2014/main" id="{BA7F305F-EF54-1B24-C47C-FD003131A1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5" name="Line 86">
                  <a:extLst>
                    <a:ext uri="{FF2B5EF4-FFF2-40B4-BE49-F238E27FC236}">
                      <a16:creationId xmlns:a16="http://schemas.microsoft.com/office/drawing/2014/main" id="{4886E92A-964E-14D9-EF4E-77C6CAB402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6" name="Line 87">
                  <a:extLst>
                    <a:ext uri="{FF2B5EF4-FFF2-40B4-BE49-F238E27FC236}">
                      <a16:creationId xmlns:a16="http://schemas.microsoft.com/office/drawing/2014/main" id="{3CF7F352-E2C3-32AE-651F-FD2219687E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7" name="Line 88">
                  <a:extLst>
                    <a:ext uri="{FF2B5EF4-FFF2-40B4-BE49-F238E27FC236}">
                      <a16:creationId xmlns:a16="http://schemas.microsoft.com/office/drawing/2014/main" id="{DB8A1BDE-B628-7821-0FAD-EA91479F10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8" name="Line 89">
                  <a:extLst>
                    <a:ext uri="{FF2B5EF4-FFF2-40B4-BE49-F238E27FC236}">
                      <a16:creationId xmlns:a16="http://schemas.microsoft.com/office/drawing/2014/main" id="{D0B13285-C079-72D1-4BF5-8FB41D1CD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8" name="Group 90">
                <a:extLst>
                  <a:ext uri="{FF2B5EF4-FFF2-40B4-BE49-F238E27FC236}">
                    <a16:creationId xmlns:a16="http://schemas.microsoft.com/office/drawing/2014/main" id="{6D26508C-7983-4358-A400-D4DA4200FE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256"/>
                <a:ext cx="384" cy="192"/>
                <a:chOff x="384" y="2640"/>
                <a:chExt cx="384" cy="192"/>
              </a:xfrm>
            </p:grpSpPr>
            <p:sp>
              <p:nvSpPr>
                <p:cNvPr id="19521" name="Line 91">
                  <a:extLst>
                    <a:ext uri="{FF2B5EF4-FFF2-40B4-BE49-F238E27FC236}">
                      <a16:creationId xmlns:a16="http://schemas.microsoft.com/office/drawing/2014/main" id="{4F622610-42E0-DDB1-ED78-A176416B48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2" name="Line 92">
                  <a:extLst>
                    <a:ext uri="{FF2B5EF4-FFF2-40B4-BE49-F238E27FC236}">
                      <a16:creationId xmlns:a16="http://schemas.microsoft.com/office/drawing/2014/main" id="{F8DE3A0B-2C79-4026-25B7-C754D90EFC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3" name="Line 93">
                  <a:extLst>
                    <a:ext uri="{FF2B5EF4-FFF2-40B4-BE49-F238E27FC236}">
                      <a16:creationId xmlns:a16="http://schemas.microsoft.com/office/drawing/2014/main" id="{0B447A13-FAED-8712-0EC4-60ACAACBA6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4" name="Line 94">
                  <a:extLst>
                    <a:ext uri="{FF2B5EF4-FFF2-40B4-BE49-F238E27FC236}">
                      <a16:creationId xmlns:a16="http://schemas.microsoft.com/office/drawing/2014/main" id="{CA6E7D4F-DE52-63F0-0867-56AF17BF76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5" name="Line 95">
                  <a:extLst>
                    <a:ext uri="{FF2B5EF4-FFF2-40B4-BE49-F238E27FC236}">
                      <a16:creationId xmlns:a16="http://schemas.microsoft.com/office/drawing/2014/main" id="{538F3C6A-150B-5DA9-C2E5-6FA8E58510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6" name="Line 96">
                  <a:extLst>
                    <a:ext uri="{FF2B5EF4-FFF2-40B4-BE49-F238E27FC236}">
                      <a16:creationId xmlns:a16="http://schemas.microsoft.com/office/drawing/2014/main" id="{8B72F3D0-C750-86AD-D067-366DC3717D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7" name="Line 97">
                  <a:extLst>
                    <a:ext uri="{FF2B5EF4-FFF2-40B4-BE49-F238E27FC236}">
                      <a16:creationId xmlns:a16="http://schemas.microsoft.com/office/drawing/2014/main" id="{56484C0D-4C18-E171-F917-6E091DA66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8" name="Line 98">
                  <a:extLst>
                    <a:ext uri="{FF2B5EF4-FFF2-40B4-BE49-F238E27FC236}">
                      <a16:creationId xmlns:a16="http://schemas.microsoft.com/office/drawing/2014/main" id="{50CFA0C5-F8FE-0BE1-5686-529BC49E35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9" name="Line 99">
                  <a:extLst>
                    <a:ext uri="{FF2B5EF4-FFF2-40B4-BE49-F238E27FC236}">
                      <a16:creationId xmlns:a16="http://schemas.microsoft.com/office/drawing/2014/main" id="{FDF80B85-7531-7351-8099-B8E0C85B97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79" name="Group 100">
                <a:extLst>
                  <a:ext uri="{FF2B5EF4-FFF2-40B4-BE49-F238E27FC236}">
                    <a16:creationId xmlns:a16="http://schemas.microsoft.com/office/drawing/2014/main" id="{3E271294-6C92-C2EB-430E-5BC395967A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256"/>
                <a:ext cx="384" cy="192"/>
                <a:chOff x="384" y="2640"/>
                <a:chExt cx="384" cy="192"/>
              </a:xfrm>
            </p:grpSpPr>
            <p:sp>
              <p:nvSpPr>
                <p:cNvPr id="19512" name="Line 101">
                  <a:extLst>
                    <a:ext uri="{FF2B5EF4-FFF2-40B4-BE49-F238E27FC236}">
                      <a16:creationId xmlns:a16="http://schemas.microsoft.com/office/drawing/2014/main" id="{9F228E74-97C1-DD13-F69C-C09EB2A0AC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3" name="Line 102">
                  <a:extLst>
                    <a:ext uri="{FF2B5EF4-FFF2-40B4-BE49-F238E27FC236}">
                      <a16:creationId xmlns:a16="http://schemas.microsoft.com/office/drawing/2014/main" id="{A96E236E-D1FB-3804-5401-1FE09D83CE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4" name="Line 103">
                  <a:extLst>
                    <a:ext uri="{FF2B5EF4-FFF2-40B4-BE49-F238E27FC236}">
                      <a16:creationId xmlns:a16="http://schemas.microsoft.com/office/drawing/2014/main" id="{2D517440-CC98-76EF-02AC-E13A21A865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5" name="Line 104">
                  <a:extLst>
                    <a:ext uri="{FF2B5EF4-FFF2-40B4-BE49-F238E27FC236}">
                      <a16:creationId xmlns:a16="http://schemas.microsoft.com/office/drawing/2014/main" id="{FF803AFF-EC89-7A31-8036-E330A40588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6" name="Line 105">
                  <a:extLst>
                    <a:ext uri="{FF2B5EF4-FFF2-40B4-BE49-F238E27FC236}">
                      <a16:creationId xmlns:a16="http://schemas.microsoft.com/office/drawing/2014/main" id="{446652A2-3234-0703-3646-B66B93ECA9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7" name="Line 106">
                  <a:extLst>
                    <a:ext uri="{FF2B5EF4-FFF2-40B4-BE49-F238E27FC236}">
                      <a16:creationId xmlns:a16="http://schemas.microsoft.com/office/drawing/2014/main" id="{BC9A5A1C-79B3-7DF1-B935-66A760E1D4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8" name="Line 107">
                  <a:extLst>
                    <a:ext uri="{FF2B5EF4-FFF2-40B4-BE49-F238E27FC236}">
                      <a16:creationId xmlns:a16="http://schemas.microsoft.com/office/drawing/2014/main" id="{2928D727-CFE6-A01B-305C-923B7D71DF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9" name="Line 108">
                  <a:extLst>
                    <a:ext uri="{FF2B5EF4-FFF2-40B4-BE49-F238E27FC236}">
                      <a16:creationId xmlns:a16="http://schemas.microsoft.com/office/drawing/2014/main" id="{49212239-27D6-1CAC-B51A-340A5F365D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0" name="Line 109">
                  <a:extLst>
                    <a:ext uri="{FF2B5EF4-FFF2-40B4-BE49-F238E27FC236}">
                      <a16:creationId xmlns:a16="http://schemas.microsoft.com/office/drawing/2014/main" id="{880E486A-5CC8-6E71-A8CA-FA3B2595CB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80" name="Group 110">
                <a:extLst>
                  <a:ext uri="{FF2B5EF4-FFF2-40B4-BE49-F238E27FC236}">
                    <a16:creationId xmlns:a16="http://schemas.microsoft.com/office/drawing/2014/main" id="{7B2488E8-6D9E-A1DC-0C8A-905E11D52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256"/>
                <a:ext cx="384" cy="192"/>
                <a:chOff x="384" y="2640"/>
                <a:chExt cx="384" cy="192"/>
              </a:xfrm>
            </p:grpSpPr>
            <p:sp>
              <p:nvSpPr>
                <p:cNvPr id="19503" name="Line 111">
                  <a:extLst>
                    <a:ext uri="{FF2B5EF4-FFF2-40B4-BE49-F238E27FC236}">
                      <a16:creationId xmlns:a16="http://schemas.microsoft.com/office/drawing/2014/main" id="{6B4666AD-8A24-3098-4239-DB21A9ED96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4" name="Line 112">
                  <a:extLst>
                    <a:ext uri="{FF2B5EF4-FFF2-40B4-BE49-F238E27FC236}">
                      <a16:creationId xmlns:a16="http://schemas.microsoft.com/office/drawing/2014/main" id="{3D8FA9E7-3754-9264-C5CF-E16D19F012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5" name="Line 113">
                  <a:extLst>
                    <a:ext uri="{FF2B5EF4-FFF2-40B4-BE49-F238E27FC236}">
                      <a16:creationId xmlns:a16="http://schemas.microsoft.com/office/drawing/2014/main" id="{8FD45FDE-B9A7-F005-BBB2-B2C1A95AD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6" name="Line 114">
                  <a:extLst>
                    <a:ext uri="{FF2B5EF4-FFF2-40B4-BE49-F238E27FC236}">
                      <a16:creationId xmlns:a16="http://schemas.microsoft.com/office/drawing/2014/main" id="{F14C3B2C-3BF3-495F-9CE4-D1A9D1A45C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7" name="Line 115">
                  <a:extLst>
                    <a:ext uri="{FF2B5EF4-FFF2-40B4-BE49-F238E27FC236}">
                      <a16:creationId xmlns:a16="http://schemas.microsoft.com/office/drawing/2014/main" id="{8BB4BC86-45DA-D703-9F10-74DCEF7A69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8" name="Line 116">
                  <a:extLst>
                    <a:ext uri="{FF2B5EF4-FFF2-40B4-BE49-F238E27FC236}">
                      <a16:creationId xmlns:a16="http://schemas.microsoft.com/office/drawing/2014/main" id="{18FA5BA8-B0BB-E36D-4301-53889A8EA3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9" name="Line 117">
                  <a:extLst>
                    <a:ext uri="{FF2B5EF4-FFF2-40B4-BE49-F238E27FC236}">
                      <a16:creationId xmlns:a16="http://schemas.microsoft.com/office/drawing/2014/main" id="{15D516B2-3ED5-711C-5F9C-02BCFF0E0F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0" name="Line 118">
                  <a:extLst>
                    <a:ext uri="{FF2B5EF4-FFF2-40B4-BE49-F238E27FC236}">
                      <a16:creationId xmlns:a16="http://schemas.microsoft.com/office/drawing/2014/main" id="{E4BAB34E-FEF3-6A27-FB4B-D05BF44CE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1" name="Line 119">
                  <a:extLst>
                    <a:ext uri="{FF2B5EF4-FFF2-40B4-BE49-F238E27FC236}">
                      <a16:creationId xmlns:a16="http://schemas.microsoft.com/office/drawing/2014/main" id="{56533E1E-A1FA-D80E-8A20-F5E75EA3F1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81" name="Group 120">
                <a:extLst>
                  <a:ext uri="{FF2B5EF4-FFF2-40B4-BE49-F238E27FC236}">
                    <a16:creationId xmlns:a16="http://schemas.microsoft.com/office/drawing/2014/main" id="{D34C398D-A013-A82C-9B48-1509845CBC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4" y="2256"/>
                <a:ext cx="384" cy="192"/>
                <a:chOff x="384" y="2640"/>
                <a:chExt cx="384" cy="192"/>
              </a:xfrm>
            </p:grpSpPr>
            <p:sp>
              <p:nvSpPr>
                <p:cNvPr id="19494" name="Line 121">
                  <a:extLst>
                    <a:ext uri="{FF2B5EF4-FFF2-40B4-BE49-F238E27FC236}">
                      <a16:creationId xmlns:a16="http://schemas.microsoft.com/office/drawing/2014/main" id="{D549D409-9BAB-A959-E67C-E8150F19C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5" name="Line 122">
                  <a:extLst>
                    <a:ext uri="{FF2B5EF4-FFF2-40B4-BE49-F238E27FC236}">
                      <a16:creationId xmlns:a16="http://schemas.microsoft.com/office/drawing/2014/main" id="{0B7AB6A9-3B62-2276-F0C2-1A37DB3172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6" name="Line 123">
                  <a:extLst>
                    <a:ext uri="{FF2B5EF4-FFF2-40B4-BE49-F238E27FC236}">
                      <a16:creationId xmlns:a16="http://schemas.microsoft.com/office/drawing/2014/main" id="{9ED82E51-9865-720D-7F7F-3320A2C1AF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7" name="Line 124">
                  <a:extLst>
                    <a:ext uri="{FF2B5EF4-FFF2-40B4-BE49-F238E27FC236}">
                      <a16:creationId xmlns:a16="http://schemas.microsoft.com/office/drawing/2014/main" id="{ECFDB7E4-01D4-3E62-E0D3-3B1D9BFD72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8" name="Line 125">
                  <a:extLst>
                    <a:ext uri="{FF2B5EF4-FFF2-40B4-BE49-F238E27FC236}">
                      <a16:creationId xmlns:a16="http://schemas.microsoft.com/office/drawing/2014/main" id="{3B7DA467-258A-FF79-8CF6-A9C78A1402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9" name="Line 126">
                  <a:extLst>
                    <a:ext uri="{FF2B5EF4-FFF2-40B4-BE49-F238E27FC236}">
                      <a16:creationId xmlns:a16="http://schemas.microsoft.com/office/drawing/2014/main" id="{C68031E0-7E94-B42E-45A3-C8EDFC1973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0" name="Line 127">
                  <a:extLst>
                    <a:ext uri="{FF2B5EF4-FFF2-40B4-BE49-F238E27FC236}">
                      <a16:creationId xmlns:a16="http://schemas.microsoft.com/office/drawing/2014/main" id="{B736669C-AEAA-28D6-1AB2-3663DAF9E9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1" name="Line 128">
                  <a:extLst>
                    <a:ext uri="{FF2B5EF4-FFF2-40B4-BE49-F238E27FC236}">
                      <a16:creationId xmlns:a16="http://schemas.microsoft.com/office/drawing/2014/main" id="{DF2A9D9B-228E-16F1-9A97-1CF74889D2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02" name="Line 129">
                  <a:extLst>
                    <a:ext uri="{FF2B5EF4-FFF2-40B4-BE49-F238E27FC236}">
                      <a16:creationId xmlns:a16="http://schemas.microsoft.com/office/drawing/2014/main" id="{E0C4333F-2037-CB68-2E0C-CDF3E8272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482" name="Text Box 130">
                <a:extLst>
                  <a:ext uri="{FF2B5EF4-FFF2-40B4-BE49-F238E27FC236}">
                    <a16:creationId xmlns:a16="http://schemas.microsoft.com/office/drawing/2014/main" id="{CB605F27-6493-1367-8E47-DD3373AFE0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697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cm</a:t>
                </a:r>
              </a:p>
            </p:txBody>
          </p:sp>
          <p:sp>
            <p:nvSpPr>
              <p:cNvPr id="19483" name="Text Box 131">
                <a:extLst>
                  <a:ext uri="{FF2B5EF4-FFF2-40B4-BE49-F238E27FC236}">
                    <a16:creationId xmlns:a16="http://schemas.microsoft.com/office/drawing/2014/main" id="{4D9A74C6-616E-A6D0-57AB-FA6AD8526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9484" name="Text Box 132">
                <a:extLst>
                  <a:ext uri="{FF2B5EF4-FFF2-40B4-BE49-F238E27FC236}">
                    <a16:creationId xmlns:a16="http://schemas.microsoft.com/office/drawing/2014/main" id="{92730315-26E5-E9D7-A038-51FA3DBD4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9485" name="Text Box 133">
                <a:extLst>
                  <a:ext uri="{FF2B5EF4-FFF2-40B4-BE49-F238E27FC236}">
                    <a16:creationId xmlns:a16="http://schemas.microsoft.com/office/drawing/2014/main" id="{609CFF45-D970-9E2B-D82F-B68E1E30F2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9486" name="Text Box 134">
                <a:extLst>
                  <a:ext uri="{FF2B5EF4-FFF2-40B4-BE49-F238E27FC236}">
                    <a16:creationId xmlns:a16="http://schemas.microsoft.com/office/drawing/2014/main" id="{E6C7F7EC-0B85-7F50-2F1C-9CFCF93DE1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9487" name="Text Box 135">
                <a:extLst>
                  <a:ext uri="{FF2B5EF4-FFF2-40B4-BE49-F238E27FC236}">
                    <a16:creationId xmlns:a16="http://schemas.microsoft.com/office/drawing/2014/main" id="{256D7439-F9E6-6DD2-3B23-7C68B76305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9488" name="Text Box 136">
                <a:extLst>
                  <a:ext uri="{FF2B5EF4-FFF2-40B4-BE49-F238E27FC236}">
                    <a16:creationId xmlns:a16="http://schemas.microsoft.com/office/drawing/2014/main" id="{65BAEE2E-69AD-A18A-15AA-E01532CDA0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9489" name="Text Box 137">
                <a:extLst>
                  <a:ext uri="{FF2B5EF4-FFF2-40B4-BE49-F238E27FC236}">
                    <a16:creationId xmlns:a16="http://schemas.microsoft.com/office/drawing/2014/main" id="{21682659-0C2C-4DF6-3793-E839CC1B38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9490" name="Text Box 138">
                <a:extLst>
                  <a:ext uri="{FF2B5EF4-FFF2-40B4-BE49-F238E27FC236}">
                    <a16:creationId xmlns:a16="http://schemas.microsoft.com/office/drawing/2014/main" id="{A1C82FF8-10C6-A8EB-838D-3C1724B68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9491" name="Text Box 139">
                <a:extLst>
                  <a:ext uri="{FF2B5EF4-FFF2-40B4-BE49-F238E27FC236}">
                    <a16:creationId xmlns:a16="http://schemas.microsoft.com/office/drawing/2014/main" id="{88905DB2-7FF8-BEF7-8935-4C39165E5F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19492" name="Text Box 140">
                <a:extLst>
                  <a:ext uri="{FF2B5EF4-FFF2-40B4-BE49-F238E27FC236}">
                    <a16:creationId xmlns:a16="http://schemas.microsoft.com/office/drawing/2014/main" id="{E632B7AF-9F57-9EEC-B212-6CB0814A95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9</a:t>
                </a:r>
              </a:p>
            </p:txBody>
          </p:sp>
          <p:sp>
            <p:nvSpPr>
              <p:cNvPr id="19493" name="Text Box 141">
                <a:extLst>
                  <a:ext uri="{FF2B5EF4-FFF2-40B4-BE49-F238E27FC236}">
                    <a16:creationId xmlns:a16="http://schemas.microsoft.com/office/drawing/2014/main" id="{672E5431-0B9F-3E75-B54E-CF6088455F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4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10</a:t>
                </a:r>
              </a:p>
            </p:txBody>
          </p:sp>
        </p:grpSp>
        <p:sp>
          <p:nvSpPr>
            <p:cNvPr id="19464" name="Text Box 142">
              <a:extLst>
                <a:ext uri="{FF2B5EF4-FFF2-40B4-BE49-F238E27FC236}">
                  <a16:creationId xmlns:a16="http://schemas.microsoft.com/office/drawing/2014/main" id="{95CC140D-BA4C-A873-57C9-AC5AD45B8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680"/>
              <a:ext cx="3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</a:rPr>
                <a:t>+</a:t>
              </a:r>
              <a:endParaRPr lang="en-US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19465" name="Text Box 143">
              <a:extLst>
                <a:ext uri="{FF2B5EF4-FFF2-40B4-BE49-F238E27FC236}">
                  <a16:creationId xmlns:a16="http://schemas.microsoft.com/office/drawing/2014/main" id="{A8A647FD-D2CE-287D-5D94-598700150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51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  <a:sym typeface="Wingdings" pitchFamily="2" charset="2"/>
                </a:rPr>
                <a:t>-</a:t>
              </a:r>
              <a:endParaRPr lang="en-US" altLang="en-US" b="1">
                <a:solidFill>
                  <a:schemeClr val="bg1"/>
                </a:solidFill>
              </a:endParaRPr>
            </a:p>
          </p:txBody>
        </p:sp>
        <p:sp>
          <p:nvSpPr>
            <p:cNvPr id="19466" name="Line 144">
              <a:extLst>
                <a:ext uri="{FF2B5EF4-FFF2-40B4-BE49-F238E27FC236}">
                  <a16:creationId xmlns:a16="http://schemas.microsoft.com/office/drawing/2014/main" id="{94FCAB9B-E468-0F39-5176-0C6C273DEE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Line 145">
              <a:extLst>
                <a:ext uri="{FF2B5EF4-FFF2-40B4-BE49-F238E27FC236}">
                  <a16:creationId xmlns:a16="http://schemas.microsoft.com/office/drawing/2014/main" id="{DD4AD60C-3CEE-4948-C840-A2C7A7754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7010" name="Picture 146" descr="MCAN04187_0000[1]">
            <a:extLst>
              <a:ext uri="{FF2B5EF4-FFF2-40B4-BE49-F238E27FC236}">
                <a16:creationId xmlns:a16="http://schemas.microsoft.com/office/drawing/2014/main" id="{DBB1C714-6A47-8D2F-DFCE-BE1DB886F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4528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11" name="Line 147">
            <a:extLst>
              <a:ext uri="{FF2B5EF4-FFF2-40B4-BE49-F238E27FC236}">
                <a16:creationId xmlns:a16="http://schemas.microsoft.com/office/drawing/2014/main" id="{DBD6BC1B-08A0-BB0E-B9AA-A81AAF9C26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" y="3352800"/>
            <a:ext cx="22860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584 3.4104E-6 L 0.00416 3.4104E-6 " pathEditMode="relative" rAng="0" ptsTypes="AA">
                                      <p:cBhvr>
                                        <p:cTn id="18" dur="2000" spd="-100000" fill="hold"/>
                                        <p:tgtEl>
                                          <p:spTgt spid="370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bldLvl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1D16ADB-5CB2-F054-6615-AC1E5CE66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Displacement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59787AF-AFCD-1E30-CC31-36A369CFC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Find the distance and displacement of the ant.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r>
              <a:rPr lang="en-US" altLang="en-US"/>
              <a:t>Distance: 7 cm</a:t>
            </a:r>
          </a:p>
          <a:p>
            <a:pPr eaLnBrk="1" hangingPunct="1">
              <a:defRPr/>
            </a:pPr>
            <a:r>
              <a:rPr lang="en-US" altLang="en-US"/>
              <a:t>Displacement: +3 cm</a:t>
            </a:r>
          </a:p>
        </p:txBody>
      </p:sp>
      <p:grpSp>
        <p:nvGrpSpPr>
          <p:cNvPr id="21508" name="Group 4">
            <a:extLst>
              <a:ext uri="{FF2B5EF4-FFF2-40B4-BE49-F238E27FC236}">
                <a16:creationId xmlns:a16="http://schemas.microsoft.com/office/drawing/2014/main" id="{EA47CAAC-4FA9-6353-07DF-0D15B5C3293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849563"/>
            <a:ext cx="8763000" cy="2103437"/>
            <a:chOff x="96" y="1651"/>
            <a:chExt cx="5520" cy="1325"/>
          </a:xfrm>
        </p:grpSpPr>
        <p:grpSp>
          <p:nvGrpSpPr>
            <p:cNvPr id="21513" name="Group 5">
              <a:extLst>
                <a:ext uri="{FF2B5EF4-FFF2-40B4-BE49-F238E27FC236}">
                  <a16:creationId xmlns:a16="http://schemas.microsoft.com/office/drawing/2014/main" id="{3CE0AB40-F8DA-8B3B-323B-1A8A14685B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1728"/>
              <a:ext cx="5520" cy="1248"/>
              <a:chOff x="96" y="1728"/>
              <a:chExt cx="5520" cy="1248"/>
            </a:xfrm>
          </p:grpSpPr>
          <p:sp>
            <p:nvSpPr>
              <p:cNvPr id="21518" name="Rectangle 6">
                <a:extLst>
                  <a:ext uri="{FF2B5EF4-FFF2-40B4-BE49-F238E27FC236}">
                    <a16:creationId xmlns:a16="http://schemas.microsoft.com/office/drawing/2014/main" id="{D713DEAD-2A97-C1C5-D4CA-CF9B5810E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1728"/>
                <a:ext cx="5520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519" name="Rectangle 7">
                <a:extLst>
                  <a:ext uri="{FF2B5EF4-FFF2-40B4-BE49-F238E27FC236}">
                    <a16:creationId xmlns:a16="http://schemas.microsoft.com/office/drawing/2014/main" id="{CBF4707A-80FC-7BF7-A890-5E1B677DD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256"/>
                <a:ext cx="5520" cy="720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grpSp>
            <p:nvGrpSpPr>
              <p:cNvPr id="21520" name="Group 8">
                <a:extLst>
                  <a:ext uri="{FF2B5EF4-FFF2-40B4-BE49-F238E27FC236}">
                    <a16:creationId xmlns:a16="http://schemas.microsoft.com/office/drawing/2014/main" id="{8C30FDA8-53BE-45A9-2817-3B23D1490C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2256"/>
                <a:ext cx="4800" cy="240"/>
                <a:chOff x="336" y="2640"/>
                <a:chExt cx="4800" cy="144"/>
              </a:xfrm>
            </p:grpSpPr>
            <p:sp>
              <p:nvSpPr>
                <p:cNvPr id="21643" name="Line 9">
                  <a:extLst>
                    <a:ext uri="{FF2B5EF4-FFF2-40B4-BE49-F238E27FC236}">
                      <a16:creationId xmlns:a16="http://schemas.microsoft.com/office/drawing/2014/main" id="{C342B229-AD6F-0694-D0EF-058083F80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4" name="Line 10">
                  <a:extLst>
                    <a:ext uri="{FF2B5EF4-FFF2-40B4-BE49-F238E27FC236}">
                      <a16:creationId xmlns:a16="http://schemas.microsoft.com/office/drawing/2014/main" id="{BD37FDDC-7611-B1DF-1DDF-9AC2BE0A1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5" name="Line 11">
                  <a:extLst>
                    <a:ext uri="{FF2B5EF4-FFF2-40B4-BE49-F238E27FC236}">
                      <a16:creationId xmlns:a16="http://schemas.microsoft.com/office/drawing/2014/main" id="{CFC173F1-E175-57F7-E5FD-FC9B85B06C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6" name="Line 12">
                  <a:extLst>
                    <a:ext uri="{FF2B5EF4-FFF2-40B4-BE49-F238E27FC236}">
                      <a16:creationId xmlns:a16="http://schemas.microsoft.com/office/drawing/2014/main" id="{EF21A3E9-1CCB-829E-6B3C-59F9D8265F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7" name="Line 13">
                  <a:extLst>
                    <a:ext uri="{FF2B5EF4-FFF2-40B4-BE49-F238E27FC236}">
                      <a16:creationId xmlns:a16="http://schemas.microsoft.com/office/drawing/2014/main" id="{170B08CE-CC5E-F6DC-F6A5-E10213388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8" name="Line 14">
                  <a:extLst>
                    <a:ext uri="{FF2B5EF4-FFF2-40B4-BE49-F238E27FC236}">
                      <a16:creationId xmlns:a16="http://schemas.microsoft.com/office/drawing/2014/main" id="{486A07C2-6E6E-1DF5-96D0-8BED424C0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9" name="Line 15">
                  <a:extLst>
                    <a:ext uri="{FF2B5EF4-FFF2-40B4-BE49-F238E27FC236}">
                      <a16:creationId xmlns:a16="http://schemas.microsoft.com/office/drawing/2014/main" id="{E84613E3-7A90-8F13-2E48-3F0F3CA791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50" name="Line 16">
                  <a:extLst>
                    <a:ext uri="{FF2B5EF4-FFF2-40B4-BE49-F238E27FC236}">
                      <a16:creationId xmlns:a16="http://schemas.microsoft.com/office/drawing/2014/main" id="{01DAEE53-B8B6-1E0E-DF26-86E48EECB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51" name="Line 17">
                  <a:extLst>
                    <a:ext uri="{FF2B5EF4-FFF2-40B4-BE49-F238E27FC236}">
                      <a16:creationId xmlns:a16="http://schemas.microsoft.com/office/drawing/2014/main" id="{E87F6C0E-54E7-43A1-4E42-2FE34F1885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52" name="Line 18">
                  <a:extLst>
                    <a:ext uri="{FF2B5EF4-FFF2-40B4-BE49-F238E27FC236}">
                      <a16:creationId xmlns:a16="http://schemas.microsoft.com/office/drawing/2014/main" id="{9276991D-7CFD-0B92-0E24-6FE1519425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53" name="Line 19">
                  <a:extLst>
                    <a:ext uri="{FF2B5EF4-FFF2-40B4-BE49-F238E27FC236}">
                      <a16:creationId xmlns:a16="http://schemas.microsoft.com/office/drawing/2014/main" id="{99BAE4BB-2767-94D8-68D8-E925C5DD52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1" name="Group 20">
                <a:extLst>
                  <a:ext uri="{FF2B5EF4-FFF2-40B4-BE49-F238E27FC236}">
                    <a16:creationId xmlns:a16="http://schemas.microsoft.com/office/drawing/2014/main" id="{5B27D67D-82ED-09EF-F2E9-20AD1C172D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2256"/>
                <a:ext cx="384" cy="192"/>
                <a:chOff x="384" y="2640"/>
                <a:chExt cx="384" cy="192"/>
              </a:xfrm>
            </p:grpSpPr>
            <p:sp>
              <p:nvSpPr>
                <p:cNvPr id="21634" name="Line 21">
                  <a:extLst>
                    <a:ext uri="{FF2B5EF4-FFF2-40B4-BE49-F238E27FC236}">
                      <a16:creationId xmlns:a16="http://schemas.microsoft.com/office/drawing/2014/main" id="{F1624923-6AC2-3918-5E61-7C8579B09E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5" name="Line 22">
                  <a:extLst>
                    <a:ext uri="{FF2B5EF4-FFF2-40B4-BE49-F238E27FC236}">
                      <a16:creationId xmlns:a16="http://schemas.microsoft.com/office/drawing/2014/main" id="{7F9F3497-0441-7C77-105F-32764684B1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6" name="Line 23">
                  <a:extLst>
                    <a:ext uri="{FF2B5EF4-FFF2-40B4-BE49-F238E27FC236}">
                      <a16:creationId xmlns:a16="http://schemas.microsoft.com/office/drawing/2014/main" id="{CA523453-D164-22CE-FC28-E0E05CF712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7" name="Line 24">
                  <a:extLst>
                    <a:ext uri="{FF2B5EF4-FFF2-40B4-BE49-F238E27FC236}">
                      <a16:creationId xmlns:a16="http://schemas.microsoft.com/office/drawing/2014/main" id="{92938909-B68E-DC71-E473-3E2B8663B4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8" name="Line 25">
                  <a:extLst>
                    <a:ext uri="{FF2B5EF4-FFF2-40B4-BE49-F238E27FC236}">
                      <a16:creationId xmlns:a16="http://schemas.microsoft.com/office/drawing/2014/main" id="{BB2A72DF-2DA5-B4AB-3470-087525D3E7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9" name="Line 26">
                  <a:extLst>
                    <a:ext uri="{FF2B5EF4-FFF2-40B4-BE49-F238E27FC236}">
                      <a16:creationId xmlns:a16="http://schemas.microsoft.com/office/drawing/2014/main" id="{0B7CB173-6581-A50D-CF45-9B9F7E7E0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0" name="Line 27">
                  <a:extLst>
                    <a:ext uri="{FF2B5EF4-FFF2-40B4-BE49-F238E27FC236}">
                      <a16:creationId xmlns:a16="http://schemas.microsoft.com/office/drawing/2014/main" id="{DA7DF65F-2B6C-5A7D-5157-6601CD90D1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1" name="Line 28">
                  <a:extLst>
                    <a:ext uri="{FF2B5EF4-FFF2-40B4-BE49-F238E27FC236}">
                      <a16:creationId xmlns:a16="http://schemas.microsoft.com/office/drawing/2014/main" id="{907D41DA-E793-AE4C-FBBE-A52397E89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42" name="Line 29">
                  <a:extLst>
                    <a:ext uri="{FF2B5EF4-FFF2-40B4-BE49-F238E27FC236}">
                      <a16:creationId xmlns:a16="http://schemas.microsoft.com/office/drawing/2014/main" id="{BC4A2A1F-CFC3-2054-6652-D5AA858E8D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2" name="Group 30">
                <a:extLst>
                  <a:ext uri="{FF2B5EF4-FFF2-40B4-BE49-F238E27FC236}">
                    <a16:creationId xmlns:a16="http://schemas.microsoft.com/office/drawing/2014/main" id="{62DA0819-5D49-E2B6-45A0-C4DD7E3162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256"/>
                <a:ext cx="384" cy="192"/>
                <a:chOff x="384" y="2640"/>
                <a:chExt cx="384" cy="192"/>
              </a:xfrm>
            </p:grpSpPr>
            <p:sp>
              <p:nvSpPr>
                <p:cNvPr id="21625" name="Line 31">
                  <a:extLst>
                    <a:ext uri="{FF2B5EF4-FFF2-40B4-BE49-F238E27FC236}">
                      <a16:creationId xmlns:a16="http://schemas.microsoft.com/office/drawing/2014/main" id="{EAF26B26-EC3B-71C8-5898-12B1F6855B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6" name="Line 32">
                  <a:extLst>
                    <a:ext uri="{FF2B5EF4-FFF2-40B4-BE49-F238E27FC236}">
                      <a16:creationId xmlns:a16="http://schemas.microsoft.com/office/drawing/2014/main" id="{A6F430EF-B761-3A6F-DB51-1D6432C68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7" name="Line 33">
                  <a:extLst>
                    <a:ext uri="{FF2B5EF4-FFF2-40B4-BE49-F238E27FC236}">
                      <a16:creationId xmlns:a16="http://schemas.microsoft.com/office/drawing/2014/main" id="{61CECFDC-E977-7CF8-0FEB-A3E377A8B7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8" name="Line 34">
                  <a:extLst>
                    <a:ext uri="{FF2B5EF4-FFF2-40B4-BE49-F238E27FC236}">
                      <a16:creationId xmlns:a16="http://schemas.microsoft.com/office/drawing/2014/main" id="{A989D2E9-961E-68D1-43C0-14DD73F6FA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9" name="Line 35">
                  <a:extLst>
                    <a:ext uri="{FF2B5EF4-FFF2-40B4-BE49-F238E27FC236}">
                      <a16:creationId xmlns:a16="http://schemas.microsoft.com/office/drawing/2014/main" id="{9665BBC1-E239-27D3-81DC-0CE75E98CC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0" name="Line 36">
                  <a:extLst>
                    <a:ext uri="{FF2B5EF4-FFF2-40B4-BE49-F238E27FC236}">
                      <a16:creationId xmlns:a16="http://schemas.microsoft.com/office/drawing/2014/main" id="{AFB62C89-660A-F5AA-EB63-89CA6C17F6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1" name="Line 37">
                  <a:extLst>
                    <a:ext uri="{FF2B5EF4-FFF2-40B4-BE49-F238E27FC236}">
                      <a16:creationId xmlns:a16="http://schemas.microsoft.com/office/drawing/2014/main" id="{150D8E50-CD2F-99E8-CA95-DE362C8994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2" name="Line 38">
                  <a:extLst>
                    <a:ext uri="{FF2B5EF4-FFF2-40B4-BE49-F238E27FC236}">
                      <a16:creationId xmlns:a16="http://schemas.microsoft.com/office/drawing/2014/main" id="{E75D0729-4FD0-56F5-E868-04197FBBA8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3" name="Line 39">
                  <a:extLst>
                    <a:ext uri="{FF2B5EF4-FFF2-40B4-BE49-F238E27FC236}">
                      <a16:creationId xmlns:a16="http://schemas.microsoft.com/office/drawing/2014/main" id="{76BFF344-BEF4-16C3-E8C4-320C1FAEE1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3" name="Group 40">
                <a:extLst>
                  <a:ext uri="{FF2B5EF4-FFF2-40B4-BE49-F238E27FC236}">
                    <a16:creationId xmlns:a16="http://schemas.microsoft.com/office/drawing/2014/main" id="{F335B64E-58CD-9763-7205-6EC1F9456B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2256"/>
                <a:ext cx="384" cy="192"/>
                <a:chOff x="384" y="2640"/>
                <a:chExt cx="384" cy="192"/>
              </a:xfrm>
            </p:grpSpPr>
            <p:sp>
              <p:nvSpPr>
                <p:cNvPr id="21616" name="Line 41">
                  <a:extLst>
                    <a:ext uri="{FF2B5EF4-FFF2-40B4-BE49-F238E27FC236}">
                      <a16:creationId xmlns:a16="http://schemas.microsoft.com/office/drawing/2014/main" id="{79AE7D49-D483-84F9-32FF-842312FFB4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7" name="Line 42">
                  <a:extLst>
                    <a:ext uri="{FF2B5EF4-FFF2-40B4-BE49-F238E27FC236}">
                      <a16:creationId xmlns:a16="http://schemas.microsoft.com/office/drawing/2014/main" id="{6ECF49AD-1D90-B82D-3331-C5481BEF02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8" name="Line 43">
                  <a:extLst>
                    <a:ext uri="{FF2B5EF4-FFF2-40B4-BE49-F238E27FC236}">
                      <a16:creationId xmlns:a16="http://schemas.microsoft.com/office/drawing/2014/main" id="{18C4E69A-520C-0441-B3B4-26BAF07112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9" name="Line 44">
                  <a:extLst>
                    <a:ext uri="{FF2B5EF4-FFF2-40B4-BE49-F238E27FC236}">
                      <a16:creationId xmlns:a16="http://schemas.microsoft.com/office/drawing/2014/main" id="{FC95E1E7-C398-F2E7-2DF1-18A1780AC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0" name="Line 45">
                  <a:extLst>
                    <a:ext uri="{FF2B5EF4-FFF2-40B4-BE49-F238E27FC236}">
                      <a16:creationId xmlns:a16="http://schemas.microsoft.com/office/drawing/2014/main" id="{908AB598-867F-3D3E-CE0B-B42F825C04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1" name="Line 46">
                  <a:extLst>
                    <a:ext uri="{FF2B5EF4-FFF2-40B4-BE49-F238E27FC236}">
                      <a16:creationId xmlns:a16="http://schemas.microsoft.com/office/drawing/2014/main" id="{270BCB59-44D5-5D8D-545A-44B6C9F9F8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2" name="Line 47">
                  <a:extLst>
                    <a:ext uri="{FF2B5EF4-FFF2-40B4-BE49-F238E27FC236}">
                      <a16:creationId xmlns:a16="http://schemas.microsoft.com/office/drawing/2014/main" id="{6E193A73-881C-1FE8-A4B1-4CFBE083E4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3" name="Line 48">
                  <a:extLst>
                    <a:ext uri="{FF2B5EF4-FFF2-40B4-BE49-F238E27FC236}">
                      <a16:creationId xmlns:a16="http://schemas.microsoft.com/office/drawing/2014/main" id="{F44FE81C-B5F9-CDAF-ED71-0E31EB302E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4" name="Line 49">
                  <a:extLst>
                    <a:ext uri="{FF2B5EF4-FFF2-40B4-BE49-F238E27FC236}">
                      <a16:creationId xmlns:a16="http://schemas.microsoft.com/office/drawing/2014/main" id="{683E602C-3EB2-F51F-2392-9B77D5624C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4" name="Group 50">
                <a:extLst>
                  <a:ext uri="{FF2B5EF4-FFF2-40B4-BE49-F238E27FC236}">
                    <a16:creationId xmlns:a16="http://schemas.microsoft.com/office/drawing/2014/main" id="{A460B088-5328-AC50-A7E9-E8C9D38861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256"/>
                <a:ext cx="384" cy="192"/>
                <a:chOff x="384" y="2640"/>
                <a:chExt cx="384" cy="192"/>
              </a:xfrm>
            </p:grpSpPr>
            <p:sp>
              <p:nvSpPr>
                <p:cNvPr id="21607" name="Line 51">
                  <a:extLst>
                    <a:ext uri="{FF2B5EF4-FFF2-40B4-BE49-F238E27FC236}">
                      <a16:creationId xmlns:a16="http://schemas.microsoft.com/office/drawing/2014/main" id="{A5C547EE-B180-AE15-1B8F-5D96DF5DA6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8" name="Line 52">
                  <a:extLst>
                    <a:ext uri="{FF2B5EF4-FFF2-40B4-BE49-F238E27FC236}">
                      <a16:creationId xmlns:a16="http://schemas.microsoft.com/office/drawing/2014/main" id="{EC88E0FE-CD73-EFE2-90FF-FC8992DFDF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9" name="Line 53">
                  <a:extLst>
                    <a:ext uri="{FF2B5EF4-FFF2-40B4-BE49-F238E27FC236}">
                      <a16:creationId xmlns:a16="http://schemas.microsoft.com/office/drawing/2014/main" id="{BFCAB621-E856-BE08-DD65-ED43CDC980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0" name="Line 54">
                  <a:extLst>
                    <a:ext uri="{FF2B5EF4-FFF2-40B4-BE49-F238E27FC236}">
                      <a16:creationId xmlns:a16="http://schemas.microsoft.com/office/drawing/2014/main" id="{6CE0F634-42D5-27FB-7987-D53E8FA038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1" name="Line 55">
                  <a:extLst>
                    <a:ext uri="{FF2B5EF4-FFF2-40B4-BE49-F238E27FC236}">
                      <a16:creationId xmlns:a16="http://schemas.microsoft.com/office/drawing/2014/main" id="{57C1D3FA-A75C-0505-45C5-5CEBBD356E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2" name="Line 56">
                  <a:extLst>
                    <a:ext uri="{FF2B5EF4-FFF2-40B4-BE49-F238E27FC236}">
                      <a16:creationId xmlns:a16="http://schemas.microsoft.com/office/drawing/2014/main" id="{D60D92F4-08BC-DBC7-06AD-17F46EEF58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3" name="Line 57">
                  <a:extLst>
                    <a:ext uri="{FF2B5EF4-FFF2-40B4-BE49-F238E27FC236}">
                      <a16:creationId xmlns:a16="http://schemas.microsoft.com/office/drawing/2014/main" id="{5C8D5EDF-0F89-E154-12ED-DD1B0CB04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4" name="Line 58">
                  <a:extLst>
                    <a:ext uri="{FF2B5EF4-FFF2-40B4-BE49-F238E27FC236}">
                      <a16:creationId xmlns:a16="http://schemas.microsoft.com/office/drawing/2014/main" id="{7E11FA44-53E1-41DF-BFCC-A32F882D6A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15" name="Line 59">
                  <a:extLst>
                    <a:ext uri="{FF2B5EF4-FFF2-40B4-BE49-F238E27FC236}">
                      <a16:creationId xmlns:a16="http://schemas.microsoft.com/office/drawing/2014/main" id="{513E6B17-BBCF-F5F6-C5AB-191B1547C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5" name="Group 60">
                <a:extLst>
                  <a:ext uri="{FF2B5EF4-FFF2-40B4-BE49-F238E27FC236}">
                    <a16:creationId xmlns:a16="http://schemas.microsoft.com/office/drawing/2014/main" id="{280151D4-1D3F-0B83-BFF5-1354A4DDA9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256"/>
                <a:ext cx="384" cy="192"/>
                <a:chOff x="384" y="2640"/>
                <a:chExt cx="384" cy="192"/>
              </a:xfrm>
            </p:grpSpPr>
            <p:sp>
              <p:nvSpPr>
                <p:cNvPr id="21598" name="Line 61">
                  <a:extLst>
                    <a:ext uri="{FF2B5EF4-FFF2-40B4-BE49-F238E27FC236}">
                      <a16:creationId xmlns:a16="http://schemas.microsoft.com/office/drawing/2014/main" id="{1D710917-318D-6154-3A0C-860311BC57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9" name="Line 62">
                  <a:extLst>
                    <a:ext uri="{FF2B5EF4-FFF2-40B4-BE49-F238E27FC236}">
                      <a16:creationId xmlns:a16="http://schemas.microsoft.com/office/drawing/2014/main" id="{5293C57B-BB03-CD16-C98A-0A315A608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0" name="Line 63">
                  <a:extLst>
                    <a:ext uri="{FF2B5EF4-FFF2-40B4-BE49-F238E27FC236}">
                      <a16:creationId xmlns:a16="http://schemas.microsoft.com/office/drawing/2014/main" id="{B5FF7C3B-FBE0-988D-6AC5-C44A5416B5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1" name="Line 64">
                  <a:extLst>
                    <a:ext uri="{FF2B5EF4-FFF2-40B4-BE49-F238E27FC236}">
                      <a16:creationId xmlns:a16="http://schemas.microsoft.com/office/drawing/2014/main" id="{6E39DE80-8DAC-A45D-1FF8-AC23460C70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2" name="Line 65">
                  <a:extLst>
                    <a:ext uri="{FF2B5EF4-FFF2-40B4-BE49-F238E27FC236}">
                      <a16:creationId xmlns:a16="http://schemas.microsoft.com/office/drawing/2014/main" id="{D46192EC-66FC-A9C9-EFA3-F9FCDC4CD6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3" name="Line 66">
                  <a:extLst>
                    <a:ext uri="{FF2B5EF4-FFF2-40B4-BE49-F238E27FC236}">
                      <a16:creationId xmlns:a16="http://schemas.microsoft.com/office/drawing/2014/main" id="{7219C11F-EAE5-97DD-F0E8-314F520270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4" name="Line 67">
                  <a:extLst>
                    <a:ext uri="{FF2B5EF4-FFF2-40B4-BE49-F238E27FC236}">
                      <a16:creationId xmlns:a16="http://schemas.microsoft.com/office/drawing/2014/main" id="{33F692A1-8063-267C-A4AF-5FB1079716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5" name="Line 68">
                  <a:extLst>
                    <a:ext uri="{FF2B5EF4-FFF2-40B4-BE49-F238E27FC236}">
                      <a16:creationId xmlns:a16="http://schemas.microsoft.com/office/drawing/2014/main" id="{8ADE3DA4-3ECB-FC16-0A55-943EFE8B76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06" name="Line 69">
                  <a:extLst>
                    <a:ext uri="{FF2B5EF4-FFF2-40B4-BE49-F238E27FC236}">
                      <a16:creationId xmlns:a16="http://schemas.microsoft.com/office/drawing/2014/main" id="{361C3FB0-0A0A-B10E-5709-D086CDA10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6" name="Group 70">
                <a:extLst>
                  <a:ext uri="{FF2B5EF4-FFF2-40B4-BE49-F238E27FC236}">
                    <a16:creationId xmlns:a16="http://schemas.microsoft.com/office/drawing/2014/main" id="{52BAF742-CFB6-6315-409F-F7E5D68948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256"/>
                <a:ext cx="384" cy="192"/>
                <a:chOff x="384" y="2640"/>
                <a:chExt cx="384" cy="192"/>
              </a:xfrm>
            </p:grpSpPr>
            <p:sp>
              <p:nvSpPr>
                <p:cNvPr id="21589" name="Line 71">
                  <a:extLst>
                    <a:ext uri="{FF2B5EF4-FFF2-40B4-BE49-F238E27FC236}">
                      <a16:creationId xmlns:a16="http://schemas.microsoft.com/office/drawing/2014/main" id="{1B46B5F8-C397-107C-6D66-6710A7432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0" name="Line 72">
                  <a:extLst>
                    <a:ext uri="{FF2B5EF4-FFF2-40B4-BE49-F238E27FC236}">
                      <a16:creationId xmlns:a16="http://schemas.microsoft.com/office/drawing/2014/main" id="{015C92AF-AECB-CA4B-D505-129ECBE02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1" name="Line 73">
                  <a:extLst>
                    <a:ext uri="{FF2B5EF4-FFF2-40B4-BE49-F238E27FC236}">
                      <a16:creationId xmlns:a16="http://schemas.microsoft.com/office/drawing/2014/main" id="{922A4830-9BCB-B0CC-1F30-1A38DDC0E6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2" name="Line 74">
                  <a:extLst>
                    <a:ext uri="{FF2B5EF4-FFF2-40B4-BE49-F238E27FC236}">
                      <a16:creationId xmlns:a16="http://schemas.microsoft.com/office/drawing/2014/main" id="{2F6FF088-F7E8-0DDB-26DC-C88B96C605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3" name="Line 75">
                  <a:extLst>
                    <a:ext uri="{FF2B5EF4-FFF2-40B4-BE49-F238E27FC236}">
                      <a16:creationId xmlns:a16="http://schemas.microsoft.com/office/drawing/2014/main" id="{C78CB0E0-FDCA-2373-F6E0-9FEF49F3E7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4" name="Line 76">
                  <a:extLst>
                    <a:ext uri="{FF2B5EF4-FFF2-40B4-BE49-F238E27FC236}">
                      <a16:creationId xmlns:a16="http://schemas.microsoft.com/office/drawing/2014/main" id="{8C180F6A-EA0A-30F0-6BC1-83ACDF9C88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5" name="Line 77">
                  <a:extLst>
                    <a:ext uri="{FF2B5EF4-FFF2-40B4-BE49-F238E27FC236}">
                      <a16:creationId xmlns:a16="http://schemas.microsoft.com/office/drawing/2014/main" id="{D47FE26E-28C9-43D4-7C61-0CAC3FD9B2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6" name="Line 78">
                  <a:extLst>
                    <a:ext uri="{FF2B5EF4-FFF2-40B4-BE49-F238E27FC236}">
                      <a16:creationId xmlns:a16="http://schemas.microsoft.com/office/drawing/2014/main" id="{337819F0-B2CA-A904-1A53-AA7FFF3DE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97" name="Line 79">
                  <a:extLst>
                    <a:ext uri="{FF2B5EF4-FFF2-40B4-BE49-F238E27FC236}">
                      <a16:creationId xmlns:a16="http://schemas.microsoft.com/office/drawing/2014/main" id="{B53AF418-B7F8-7882-1853-26001B494B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7" name="Group 80">
                <a:extLst>
                  <a:ext uri="{FF2B5EF4-FFF2-40B4-BE49-F238E27FC236}">
                    <a16:creationId xmlns:a16="http://schemas.microsoft.com/office/drawing/2014/main" id="{560085D9-B959-8055-DAC3-AE33C92176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256"/>
                <a:ext cx="384" cy="192"/>
                <a:chOff x="384" y="2640"/>
                <a:chExt cx="384" cy="192"/>
              </a:xfrm>
            </p:grpSpPr>
            <p:sp>
              <p:nvSpPr>
                <p:cNvPr id="21580" name="Line 81">
                  <a:extLst>
                    <a:ext uri="{FF2B5EF4-FFF2-40B4-BE49-F238E27FC236}">
                      <a16:creationId xmlns:a16="http://schemas.microsoft.com/office/drawing/2014/main" id="{07FD0EF3-6244-EE84-8697-CE8FBBD139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1" name="Line 82">
                  <a:extLst>
                    <a:ext uri="{FF2B5EF4-FFF2-40B4-BE49-F238E27FC236}">
                      <a16:creationId xmlns:a16="http://schemas.microsoft.com/office/drawing/2014/main" id="{8012A2CE-9D03-DE5A-C558-5617113512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2" name="Line 83">
                  <a:extLst>
                    <a:ext uri="{FF2B5EF4-FFF2-40B4-BE49-F238E27FC236}">
                      <a16:creationId xmlns:a16="http://schemas.microsoft.com/office/drawing/2014/main" id="{21586C84-0E37-42A6-1EB9-53DB12401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3" name="Line 84">
                  <a:extLst>
                    <a:ext uri="{FF2B5EF4-FFF2-40B4-BE49-F238E27FC236}">
                      <a16:creationId xmlns:a16="http://schemas.microsoft.com/office/drawing/2014/main" id="{1C8A6947-A88A-9F4C-A4E7-9799C7DBC0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4" name="Line 85">
                  <a:extLst>
                    <a:ext uri="{FF2B5EF4-FFF2-40B4-BE49-F238E27FC236}">
                      <a16:creationId xmlns:a16="http://schemas.microsoft.com/office/drawing/2014/main" id="{53C8D944-D878-C6D2-C607-6D8673B214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5" name="Line 86">
                  <a:extLst>
                    <a:ext uri="{FF2B5EF4-FFF2-40B4-BE49-F238E27FC236}">
                      <a16:creationId xmlns:a16="http://schemas.microsoft.com/office/drawing/2014/main" id="{5A7AF5FF-036D-1F30-7D02-17509BC57A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6" name="Line 87">
                  <a:extLst>
                    <a:ext uri="{FF2B5EF4-FFF2-40B4-BE49-F238E27FC236}">
                      <a16:creationId xmlns:a16="http://schemas.microsoft.com/office/drawing/2014/main" id="{D3E01457-E09A-3839-4C3C-2406073F9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7" name="Line 88">
                  <a:extLst>
                    <a:ext uri="{FF2B5EF4-FFF2-40B4-BE49-F238E27FC236}">
                      <a16:creationId xmlns:a16="http://schemas.microsoft.com/office/drawing/2014/main" id="{9A0B4B22-E067-306E-F6DF-24101147B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8" name="Line 89">
                  <a:extLst>
                    <a:ext uri="{FF2B5EF4-FFF2-40B4-BE49-F238E27FC236}">
                      <a16:creationId xmlns:a16="http://schemas.microsoft.com/office/drawing/2014/main" id="{620DEACA-C4D1-A25F-0D3B-A57686DB08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8" name="Group 90">
                <a:extLst>
                  <a:ext uri="{FF2B5EF4-FFF2-40B4-BE49-F238E27FC236}">
                    <a16:creationId xmlns:a16="http://schemas.microsoft.com/office/drawing/2014/main" id="{EDEBEB26-7064-4AB8-8CA1-415062CD06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256"/>
                <a:ext cx="384" cy="192"/>
                <a:chOff x="384" y="2640"/>
                <a:chExt cx="384" cy="192"/>
              </a:xfrm>
            </p:grpSpPr>
            <p:sp>
              <p:nvSpPr>
                <p:cNvPr id="21571" name="Line 91">
                  <a:extLst>
                    <a:ext uri="{FF2B5EF4-FFF2-40B4-BE49-F238E27FC236}">
                      <a16:creationId xmlns:a16="http://schemas.microsoft.com/office/drawing/2014/main" id="{7CA936A6-9415-63DD-68CB-DD721BA119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2" name="Line 92">
                  <a:extLst>
                    <a:ext uri="{FF2B5EF4-FFF2-40B4-BE49-F238E27FC236}">
                      <a16:creationId xmlns:a16="http://schemas.microsoft.com/office/drawing/2014/main" id="{250E124B-807E-11A3-C8D8-6D66BFBDF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3" name="Line 93">
                  <a:extLst>
                    <a:ext uri="{FF2B5EF4-FFF2-40B4-BE49-F238E27FC236}">
                      <a16:creationId xmlns:a16="http://schemas.microsoft.com/office/drawing/2014/main" id="{07924805-780F-F240-21BD-5CE68757C8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4" name="Line 94">
                  <a:extLst>
                    <a:ext uri="{FF2B5EF4-FFF2-40B4-BE49-F238E27FC236}">
                      <a16:creationId xmlns:a16="http://schemas.microsoft.com/office/drawing/2014/main" id="{8850C0F5-2C22-9C28-EF6C-A63995679D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5" name="Line 95">
                  <a:extLst>
                    <a:ext uri="{FF2B5EF4-FFF2-40B4-BE49-F238E27FC236}">
                      <a16:creationId xmlns:a16="http://schemas.microsoft.com/office/drawing/2014/main" id="{F9E40C8D-EF6D-957D-DAF0-54A9AA986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6" name="Line 96">
                  <a:extLst>
                    <a:ext uri="{FF2B5EF4-FFF2-40B4-BE49-F238E27FC236}">
                      <a16:creationId xmlns:a16="http://schemas.microsoft.com/office/drawing/2014/main" id="{57653884-A9AA-837C-6FDF-50BBEE74BA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7" name="Line 97">
                  <a:extLst>
                    <a:ext uri="{FF2B5EF4-FFF2-40B4-BE49-F238E27FC236}">
                      <a16:creationId xmlns:a16="http://schemas.microsoft.com/office/drawing/2014/main" id="{60255313-3555-BA95-D8CF-B931FBCA63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8" name="Line 98">
                  <a:extLst>
                    <a:ext uri="{FF2B5EF4-FFF2-40B4-BE49-F238E27FC236}">
                      <a16:creationId xmlns:a16="http://schemas.microsoft.com/office/drawing/2014/main" id="{A8B9C6DE-8A4D-43E4-A9AD-4150C49523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9" name="Line 99">
                  <a:extLst>
                    <a:ext uri="{FF2B5EF4-FFF2-40B4-BE49-F238E27FC236}">
                      <a16:creationId xmlns:a16="http://schemas.microsoft.com/office/drawing/2014/main" id="{D7A70010-CB22-72C4-912E-C0D5755B2C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29" name="Group 100">
                <a:extLst>
                  <a:ext uri="{FF2B5EF4-FFF2-40B4-BE49-F238E27FC236}">
                    <a16:creationId xmlns:a16="http://schemas.microsoft.com/office/drawing/2014/main" id="{74B36509-5146-1125-F9DC-AC3BA2F675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256"/>
                <a:ext cx="384" cy="192"/>
                <a:chOff x="384" y="2640"/>
                <a:chExt cx="384" cy="192"/>
              </a:xfrm>
            </p:grpSpPr>
            <p:sp>
              <p:nvSpPr>
                <p:cNvPr id="21562" name="Line 101">
                  <a:extLst>
                    <a:ext uri="{FF2B5EF4-FFF2-40B4-BE49-F238E27FC236}">
                      <a16:creationId xmlns:a16="http://schemas.microsoft.com/office/drawing/2014/main" id="{A8F4317E-1646-19A6-2B5D-FA2FEFE1D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3" name="Line 102">
                  <a:extLst>
                    <a:ext uri="{FF2B5EF4-FFF2-40B4-BE49-F238E27FC236}">
                      <a16:creationId xmlns:a16="http://schemas.microsoft.com/office/drawing/2014/main" id="{590E20EB-CEA1-5C82-0339-D156570507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4" name="Line 103">
                  <a:extLst>
                    <a:ext uri="{FF2B5EF4-FFF2-40B4-BE49-F238E27FC236}">
                      <a16:creationId xmlns:a16="http://schemas.microsoft.com/office/drawing/2014/main" id="{D33F5F67-559A-6E54-FF7E-F249AF5AC9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5" name="Line 104">
                  <a:extLst>
                    <a:ext uri="{FF2B5EF4-FFF2-40B4-BE49-F238E27FC236}">
                      <a16:creationId xmlns:a16="http://schemas.microsoft.com/office/drawing/2014/main" id="{BA5EE957-9AB1-18B4-B215-C58471BDC3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6" name="Line 105">
                  <a:extLst>
                    <a:ext uri="{FF2B5EF4-FFF2-40B4-BE49-F238E27FC236}">
                      <a16:creationId xmlns:a16="http://schemas.microsoft.com/office/drawing/2014/main" id="{2B801C69-B47A-A2EC-8733-F3E990233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7" name="Line 106">
                  <a:extLst>
                    <a:ext uri="{FF2B5EF4-FFF2-40B4-BE49-F238E27FC236}">
                      <a16:creationId xmlns:a16="http://schemas.microsoft.com/office/drawing/2014/main" id="{D3BFA2B2-95B9-7DD8-0CCB-5A726F71B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8" name="Line 107">
                  <a:extLst>
                    <a:ext uri="{FF2B5EF4-FFF2-40B4-BE49-F238E27FC236}">
                      <a16:creationId xmlns:a16="http://schemas.microsoft.com/office/drawing/2014/main" id="{D344F050-AF76-CA2D-DD8D-659CE855D6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9" name="Line 108">
                  <a:extLst>
                    <a:ext uri="{FF2B5EF4-FFF2-40B4-BE49-F238E27FC236}">
                      <a16:creationId xmlns:a16="http://schemas.microsoft.com/office/drawing/2014/main" id="{F4C1379F-A6D5-764E-7DC3-886C80E1E2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0" name="Line 109">
                  <a:extLst>
                    <a:ext uri="{FF2B5EF4-FFF2-40B4-BE49-F238E27FC236}">
                      <a16:creationId xmlns:a16="http://schemas.microsoft.com/office/drawing/2014/main" id="{F9C6C61A-16C1-4E06-D95B-B02BFF07B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30" name="Group 110">
                <a:extLst>
                  <a:ext uri="{FF2B5EF4-FFF2-40B4-BE49-F238E27FC236}">
                    <a16:creationId xmlns:a16="http://schemas.microsoft.com/office/drawing/2014/main" id="{53541875-0D22-3ED8-7DF3-2C24DE0045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256"/>
                <a:ext cx="384" cy="192"/>
                <a:chOff x="384" y="2640"/>
                <a:chExt cx="384" cy="192"/>
              </a:xfrm>
            </p:grpSpPr>
            <p:sp>
              <p:nvSpPr>
                <p:cNvPr id="21553" name="Line 111">
                  <a:extLst>
                    <a:ext uri="{FF2B5EF4-FFF2-40B4-BE49-F238E27FC236}">
                      <a16:creationId xmlns:a16="http://schemas.microsoft.com/office/drawing/2014/main" id="{E60B7B3E-06E2-66EB-C496-16F5AFE89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4" name="Line 112">
                  <a:extLst>
                    <a:ext uri="{FF2B5EF4-FFF2-40B4-BE49-F238E27FC236}">
                      <a16:creationId xmlns:a16="http://schemas.microsoft.com/office/drawing/2014/main" id="{AC3C01B3-1083-88AB-E6B0-1BFEFFF4B7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5" name="Line 113">
                  <a:extLst>
                    <a:ext uri="{FF2B5EF4-FFF2-40B4-BE49-F238E27FC236}">
                      <a16:creationId xmlns:a16="http://schemas.microsoft.com/office/drawing/2014/main" id="{B94F9C2C-7105-8A5A-375F-0B3C504D7D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6" name="Line 114">
                  <a:extLst>
                    <a:ext uri="{FF2B5EF4-FFF2-40B4-BE49-F238E27FC236}">
                      <a16:creationId xmlns:a16="http://schemas.microsoft.com/office/drawing/2014/main" id="{22B8907C-0B1C-E3C7-44C7-20737AC606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7" name="Line 115">
                  <a:extLst>
                    <a:ext uri="{FF2B5EF4-FFF2-40B4-BE49-F238E27FC236}">
                      <a16:creationId xmlns:a16="http://schemas.microsoft.com/office/drawing/2014/main" id="{B2D56E3F-2898-BA58-C7C1-E85E7F28F9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8" name="Line 116">
                  <a:extLst>
                    <a:ext uri="{FF2B5EF4-FFF2-40B4-BE49-F238E27FC236}">
                      <a16:creationId xmlns:a16="http://schemas.microsoft.com/office/drawing/2014/main" id="{4E35E9B3-310A-0799-B764-96418C40EF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9" name="Line 117">
                  <a:extLst>
                    <a:ext uri="{FF2B5EF4-FFF2-40B4-BE49-F238E27FC236}">
                      <a16:creationId xmlns:a16="http://schemas.microsoft.com/office/drawing/2014/main" id="{D0BAAEBD-3B86-01A5-DEC5-FECA386F5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0" name="Line 118">
                  <a:extLst>
                    <a:ext uri="{FF2B5EF4-FFF2-40B4-BE49-F238E27FC236}">
                      <a16:creationId xmlns:a16="http://schemas.microsoft.com/office/drawing/2014/main" id="{97598104-56BE-F810-1212-2C08DF9C01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1" name="Line 119">
                  <a:extLst>
                    <a:ext uri="{FF2B5EF4-FFF2-40B4-BE49-F238E27FC236}">
                      <a16:creationId xmlns:a16="http://schemas.microsoft.com/office/drawing/2014/main" id="{0E1BEF1A-6A2F-0F1F-943A-3EAF34E87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31" name="Group 120">
                <a:extLst>
                  <a:ext uri="{FF2B5EF4-FFF2-40B4-BE49-F238E27FC236}">
                    <a16:creationId xmlns:a16="http://schemas.microsoft.com/office/drawing/2014/main" id="{A609FF1B-5222-77BE-BC86-1AC40EECD8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4" y="2256"/>
                <a:ext cx="384" cy="192"/>
                <a:chOff x="384" y="2640"/>
                <a:chExt cx="384" cy="192"/>
              </a:xfrm>
            </p:grpSpPr>
            <p:sp>
              <p:nvSpPr>
                <p:cNvPr id="21544" name="Line 121">
                  <a:extLst>
                    <a:ext uri="{FF2B5EF4-FFF2-40B4-BE49-F238E27FC236}">
                      <a16:creationId xmlns:a16="http://schemas.microsoft.com/office/drawing/2014/main" id="{F5D9F0B6-D2E7-FE55-1533-BF5AC4D471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45" name="Line 122">
                  <a:extLst>
                    <a:ext uri="{FF2B5EF4-FFF2-40B4-BE49-F238E27FC236}">
                      <a16:creationId xmlns:a16="http://schemas.microsoft.com/office/drawing/2014/main" id="{69896F80-368D-4013-1017-0EE9893AAD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46" name="Line 123">
                  <a:extLst>
                    <a:ext uri="{FF2B5EF4-FFF2-40B4-BE49-F238E27FC236}">
                      <a16:creationId xmlns:a16="http://schemas.microsoft.com/office/drawing/2014/main" id="{213998F9-68C4-EE43-AFBA-175F4935E1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47" name="Line 124">
                  <a:extLst>
                    <a:ext uri="{FF2B5EF4-FFF2-40B4-BE49-F238E27FC236}">
                      <a16:creationId xmlns:a16="http://schemas.microsoft.com/office/drawing/2014/main" id="{51F16501-1D16-5B2D-9895-58A01D912F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48" name="Line 125">
                  <a:extLst>
                    <a:ext uri="{FF2B5EF4-FFF2-40B4-BE49-F238E27FC236}">
                      <a16:creationId xmlns:a16="http://schemas.microsoft.com/office/drawing/2014/main" id="{5B9AF410-A5B8-8CCD-03E6-85EA11369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49" name="Line 126">
                  <a:extLst>
                    <a:ext uri="{FF2B5EF4-FFF2-40B4-BE49-F238E27FC236}">
                      <a16:creationId xmlns:a16="http://schemas.microsoft.com/office/drawing/2014/main" id="{7911BCE5-69E8-FC46-8389-0D6BC101CE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0" name="Line 127">
                  <a:extLst>
                    <a:ext uri="{FF2B5EF4-FFF2-40B4-BE49-F238E27FC236}">
                      <a16:creationId xmlns:a16="http://schemas.microsoft.com/office/drawing/2014/main" id="{024A57B6-BF17-D3CD-68FA-A3648BDD78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1" name="Line 128">
                  <a:extLst>
                    <a:ext uri="{FF2B5EF4-FFF2-40B4-BE49-F238E27FC236}">
                      <a16:creationId xmlns:a16="http://schemas.microsoft.com/office/drawing/2014/main" id="{2E362ADF-7D5A-9E4D-9CC6-5E60843EB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2" name="Line 129">
                  <a:extLst>
                    <a:ext uri="{FF2B5EF4-FFF2-40B4-BE49-F238E27FC236}">
                      <a16:creationId xmlns:a16="http://schemas.microsoft.com/office/drawing/2014/main" id="{C8AA29A1-33A5-13B9-B4E3-D564FD51C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532" name="Text Box 130">
                <a:extLst>
                  <a:ext uri="{FF2B5EF4-FFF2-40B4-BE49-F238E27FC236}">
                    <a16:creationId xmlns:a16="http://schemas.microsoft.com/office/drawing/2014/main" id="{602AA96F-F851-91A1-C6A1-63CA38B86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697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cm</a:t>
                </a:r>
              </a:p>
            </p:txBody>
          </p:sp>
          <p:sp>
            <p:nvSpPr>
              <p:cNvPr id="21533" name="Text Box 131">
                <a:extLst>
                  <a:ext uri="{FF2B5EF4-FFF2-40B4-BE49-F238E27FC236}">
                    <a16:creationId xmlns:a16="http://schemas.microsoft.com/office/drawing/2014/main" id="{A771A8A4-ACBF-82AA-3C74-A593D56EE6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21534" name="Text Box 132">
                <a:extLst>
                  <a:ext uri="{FF2B5EF4-FFF2-40B4-BE49-F238E27FC236}">
                    <a16:creationId xmlns:a16="http://schemas.microsoft.com/office/drawing/2014/main" id="{E3DEBBF9-582B-C7F9-6081-FDF0F8AA2E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1535" name="Text Box 133">
                <a:extLst>
                  <a:ext uri="{FF2B5EF4-FFF2-40B4-BE49-F238E27FC236}">
                    <a16:creationId xmlns:a16="http://schemas.microsoft.com/office/drawing/2014/main" id="{324F5796-7B82-62AC-B30D-024D561CAC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1536" name="Text Box 134">
                <a:extLst>
                  <a:ext uri="{FF2B5EF4-FFF2-40B4-BE49-F238E27FC236}">
                    <a16:creationId xmlns:a16="http://schemas.microsoft.com/office/drawing/2014/main" id="{F86C6261-B1AD-0A82-CF09-D59CB946C3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1537" name="Text Box 135">
                <a:extLst>
                  <a:ext uri="{FF2B5EF4-FFF2-40B4-BE49-F238E27FC236}">
                    <a16:creationId xmlns:a16="http://schemas.microsoft.com/office/drawing/2014/main" id="{C739871E-AEB0-F42C-F7AB-2C667DE42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1538" name="Text Box 136">
                <a:extLst>
                  <a:ext uri="{FF2B5EF4-FFF2-40B4-BE49-F238E27FC236}">
                    <a16:creationId xmlns:a16="http://schemas.microsoft.com/office/drawing/2014/main" id="{CD6877EA-C311-4EEB-9DFE-9D8D979A32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21539" name="Text Box 137">
                <a:extLst>
                  <a:ext uri="{FF2B5EF4-FFF2-40B4-BE49-F238E27FC236}">
                    <a16:creationId xmlns:a16="http://schemas.microsoft.com/office/drawing/2014/main" id="{C7A7C405-68AA-C67E-8D09-72AA45FAA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1540" name="Text Box 138">
                <a:extLst>
                  <a:ext uri="{FF2B5EF4-FFF2-40B4-BE49-F238E27FC236}">
                    <a16:creationId xmlns:a16="http://schemas.microsoft.com/office/drawing/2014/main" id="{A70E2409-9028-8405-969E-B015BB929C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21541" name="Text Box 139">
                <a:extLst>
                  <a:ext uri="{FF2B5EF4-FFF2-40B4-BE49-F238E27FC236}">
                    <a16:creationId xmlns:a16="http://schemas.microsoft.com/office/drawing/2014/main" id="{D48C2ABD-0BD5-B275-B1E2-04C7283D4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21542" name="Text Box 140">
                <a:extLst>
                  <a:ext uri="{FF2B5EF4-FFF2-40B4-BE49-F238E27FC236}">
                    <a16:creationId xmlns:a16="http://schemas.microsoft.com/office/drawing/2014/main" id="{1C04C5C3-8C81-BF7C-B62E-23B8FE8938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9</a:t>
                </a:r>
              </a:p>
            </p:txBody>
          </p:sp>
          <p:sp>
            <p:nvSpPr>
              <p:cNvPr id="21543" name="Text Box 141">
                <a:extLst>
                  <a:ext uri="{FF2B5EF4-FFF2-40B4-BE49-F238E27FC236}">
                    <a16:creationId xmlns:a16="http://schemas.microsoft.com/office/drawing/2014/main" id="{8245ACD0-C8EF-E555-DE34-E5E61398C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4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10</a:t>
                </a:r>
              </a:p>
            </p:txBody>
          </p:sp>
        </p:grpSp>
        <p:sp>
          <p:nvSpPr>
            <p:cNvPr id="21514" name="Text Box 142">
              <a:extLst>
                <a:ext uri="{FF2B5EF4-FFF2-40B4-BE49-F238E27FC236}">
                  <a16:creationId xmlns:a16="http://schemas.microsoft.com/office/drawing/2014/main" id="{B0EFF4C5-1BB9-7DC1-61DC-997F6C1F6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680"/>
              <a:ext cx="3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</a:rPr>
                <a:t>+</a:t>
              </a:r>
              <a:endParaRPr lang="en-US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21515" name="Text Box 143">
              <a:extLst>
                <a:ext uri="{FF2B5EF4-FFF2-40B4-BE49-F238E27FC236}">
                  <a16:creationId xmlns:a16="http://schemas.microsoft.com/office/drawing/2014/main" id="{D08E700B-46CF-D156-8199-07AFF76BE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51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  <a:sym typeface="Wingdings" pitchFamily="2" charset="2"/>
                </a:rPr>
                <a:t>-</a:t>
              </a:r>
              <a:endParaRPr lang="en-US" altLang="en-US" b="1">
                <a:solidFill>
                  <a:schemeClr val="bg1"/>
                </a:solidFill>
              </a:endParaRPr>
            </a:p>
          </p:txBody>
        </p:sp>
        <p:sp>
          <p:nvSpPr>
            <p:cNvPr id="21516" name="Line 144">
              <a:extLst>
                <a:ext uri="{FF2B5EF4-FFF2-40B4-BE49-F238E27FC236}">
                  <a16:creationId xmlns:a16="http://schemas.microsoft.com/office/drawing/2014/main" id="{97222D9A-FABC-64EC-C229-F0CDF13D9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Line 145">
              <a:extLst>
                <a:ext uri="{FF2B5EF4-FFF2-40B4-BE49-F238E27FC236}">
                  <a16:creationId xmlns:a16="http://schemas.microsoft.com/office/drawing/2014/main" id="{372B44ED-B460-9F24-40F1-60731FF34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8034" name="Picture 146" descr="MCAN04187_0000[1]">
            <a:extLst>
              <a:ext uri="{FF2B5EF4-FFF2-40B4-BE49-F238E27FC236}">
                <a16:creationId xmlns:a16="http://schemas.microsoft.com/office/drawing/2014/main" id="{87A0E670-BF78-6BB1-C828-FEBF7D0D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8600" y="34655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035" name="Line 147">
            <a:extLst>
              <a:ext uri="{FF2B5EF4-FFF2-40B4-BE49-F238E27FC236}">
                <a16:creationId xmlns:a16="http://schemas.microsoft.com/office/drawing/2014/main" id="{12399BD8-A5E7-02AF-55B9-48ECEE5A5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365500"/>
            <a:ext cx="38100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8036" name="Picture 148" descr="MCAN04187_0000[1]">
            <a:extLst>
              <a:ext uri="{FF2B5EF4-FFF2-40B4-BE49-F238E27FC236}">
                <a16:creationId xmlns:a16="http://schemas.microsoft.com/office/drawing/2014/main" id="{77EC7CC5-7E8C-4952-2768-97FB4C805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470275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037" name="Line 149">
            <a:extLst>
              <a:ext uri="{FF2B5EF4-FFF2-40B4-BE49-F238E27FC236}">
                <a16:creationId xmlns:a16="http://schemas.microsoft.com/office/drawing/2014/main" id="{386F259D-143F-0BE9-8EA4-535104E79A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136900"/>
            <a:ext cx="14478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-5.78035E-8 L 0.4125 -5.78035E-8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8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8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-3.69942E-6 L -3.33333E-6 -3.69942E-6 " pathEditMode="relative" rAng="0" ptsTypes="AA">
                                      <p:cBhvr>
                                        <p:cTn id="22" dur="2000" spd="-100000" fill="hold"/>
                                        <p:tgtEl>
                                          <p:spTgt spid="38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B697D61-C51E-69C1-E69A-A8C9F16EE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Displacement vs. Distance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E1984AC-3415-9D3A-FD61-5C5A04236C4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458200" cy="1676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/>
              <a:t>An athlete runs around a track that is 100 meters long three times, then stops.</a:t>
            </a:r>
          </a:p>
          <a:p>
            <a:pPr lvl="1" eaLnBrk="1" hangingPunct="1">
              <a:defRPr/>
            </a:pPr>
            <a:r>
              <a:rPr lang="en-US" altLang="en-US" sz="2400"/>
              <a:t>What is the athlete’s distance and displacement?</a:t>
            </a:r>
          </a:p>
        </p:txBody>
      </p:sp>
      <p:sp>
        <p:nvSpPr>
          <p:cNvPr id="38955" name="Rectangle 43">
            <a:extLst>
              <a:ext uri="{FF2B5EF4-FFF2-40B4-BE49-F238E27FC236}">
                <a16:creationId xmlns:a16="http://schemas.microsoft.com/office/drawing/2014/main" id="{83B34D5F-F0A4-D790-5C01-EE9F625C3BA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257800" y="3352800"/>
            <a:ext cx="3733800" cy="2895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/>
              <a:t>Distance = 300 m</a:t>
            </a:r>
          </a:p>
          <a:p>
            <a:pPr eaLnBrk="1" hangingPunct="1">
              <a:defRPr/>
            </a:pPr>
            <a:r>
              <a:rPr lang="en-US" altLang="en-US" sz="2800"/>
              <a:t>Displacement = 0 m</a:t>
            </a:r>
          </a:p>
          <a:p>
            <a:pPr eaLnBrk="1" hangingPunct="1">
              <a:defRPr/>
            </a:pPr>
            <a:r>
              <a:rPr lang="en-US" altLang="en-US" sz="2800"/>
              <a:t>Why?</a:t>
            </a:r>
          </a:p>
        </p:txBody>
      </p:sp>
      <p:grpSp>
        <p:nvGrpSpPr>
          <p:cNvPr id="23557" name="Group 40">
            <a:extLst>
              <a:ext uri="{FF2B5EF4-FFF2-40B4-BE49-F238E27FC236}">
                <a16:creationId xmlns:a16="http://schemas.microsoft.com/office/drawing/2014/main" id="{7AE40E83-6F53-927C-F93A-A8C2CB08493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352800"/>
            <a:ext cx="4572000" cy="2895600"/>
            <a:chOff x="336" y="2352"/>
            <a:chExt cx="2880" cy="1824"/>
          </a:xfrm>
        </p:grpSpPr>
        <p:sp>
          <p:nvSpPr>
            <p:cNvPr id="23560" name="Rectangle 4">
              <a:extLst>
                <a:ext uri="{FF2B5EF4-FFF2-40B4-BE49-F238E27FC236}">
                  <a16:creationId xmlns:a16="http://schemas.microsoft.com/office/drawing/2014/main" id="{F42DAF90-BDD0-248B-E77F-3B913B0E0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352"/>
              <a:ext cx="2880" cy="1824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1" name="Oval 5">
              <a:extLst>
                <a:ext uri="{FF2B5EF4-FFF2-40B4-BE49-F238E27FC236}">
                  <a16:creationId xmlns:a16="http://schemas.microsoft.com/office/drawing/2014/main" id="{1091380E-DAE9-BB9D-6992-5AF24F657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592"/>
              <a:ext cx="1344" cy="1344"/>
            </a:xfrm>
            <a:prstGeom prst="ellipse">
              <a:avLst/>
            </a:prstGeom>
            <a:solidFill>
              <a:srgbClr val="FFCC66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2" name="Oval 6">
              <a:extLst>
                <a:ext uri="{FF2B5EF4-FFF2-40B4-BE49-F238E27FC236}">
                  <a16:creationId xmlns:a16="http://schemas.microsoft.com/office/drawing/2014/main" id="{CC0193F4-EAE7-A8A9-6C0B-D046D1E30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880"/>
              <a:ext cx="768" cy="768"/>
            </a:xfrm>
            <a:prstGeom prst="ellipse">
              <a:avLst/>
            </a:prstGeom>
            <a:solidFill>
              <a:srgbClr val="00CC66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3" name="Oval 7">
              <a:extLst>
                <a:ext uri="{FF2B5EF4-FFF2-40B4-BE49-F238E27FC236}">
                  <a16:creationId xmlns:a16="http://schemas.microsoft.com/office/drawing/2014/main" id="{0D301B84-F4C1-BD13-E8A2-59EB1580E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640"/>
              <a:ext cx="1248" cy="1248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4" name="Oval 8">
              <a:extLst>
                <a:ext uri="{FF2B5EF4-FFF2-40B4-BE49-F238E27FC236}">
                  <a16:creationId xmlns:a16="http://schemas.microsoft.com/office/drawing/2014/main" id="{E5546122-CE0B-C8CF-3137-EABFE564A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688"/>
              <a:ext cx="1152" cy="115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5" name="Oval 9">
              <a:extLst>
                <a:ext uri="{FF2B5EF4-FFF2-40B4-BE49-F238E27FC236}">
                  <a16:creationId xmlns:a16="http://schemas.microsoft.com/office/drawing/2014/main" id="{0D1B8679-EE21-3001-E2BE-453B2AB0C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736"/>
              <a:ext cx="1056" cy="1056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6" name="Oval 10">
              <a:extLst>
                <a:ext uri="{FF2B5EF4-FFF2-40B4-BE49-F238E27FC236}">
                  <a16:creationId xmlns:a16="http://schemas.microsoft.com/office/drawing/2014/main" id="{E4DFC464-2605-3AD2-1706-017713D04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784"/>
              <a:ext cx="960" cy="960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7" name="Oval 11">
              <a:extLst>
                <a:ext uri="{FF2B5EF4-FFF2-40B4-BE49-F238E27FC236}">
                  <a16:creationId xmlns:a16="http://schemas.microsoft.com/office/drawing/2014/main" id="{CA05889E-91F3-7129-D572-3749862B4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832"/>
              <a:ext cx="864" cy="864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8" name="Oval 14">
              <a:extLst>
                <a:ext uri="{FF2B5EF4-FFF2-40B4-BE49-F238E27FC236}">
                  <a16:creationId xmlns:a16="http://schemas.microsoft.com/office/drawing/2014/main" id="{6D9D555C-F56B-2F0F-16C5-EBB733C5E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92"/>
              <a:ext cx="1344" cy="1344"/>
            </a:xfrm>
            <a:prstGeom prst="ellipse">
              <a:avLst/>
            </a:prstGeom>
            <a:solidFill>
              <a:srgbClr val="FFCC66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69" name="Oval 15">
              <a:extLst>
                <a:ext uri="{FF2B5EF4-FFF2-40B4-BE49-F238E27FC236}">
                  <a16:creationId xmlns:a16="http://schemas.microsoft.com/office/drawing/2014/main" id="{FA703B9E-53CA-146E-AF26-659D59FB9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880"/>
              <a:ext cx="768" cy="768"/>
            </a:xfrm>
            <a:prstGeom prst="ellipse">
              <a:avLst/>
            </a:prstGeom>
            <a:solidFill>
              <a:srgbClr val="00CC66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0" name="Oval 16">
              <a:extLst>
                <a:ext uri="{FF2B5EF4-FFF2-40B4-BE49-F238E27FC236}">
                  <a16:creationId xmlns:a16="http://schemas.microsoft.com/office/drawing/2014/main" id="{3C5DBBCE-82F7-5861-79CC-A451620BC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640"/>
              <a:ext cx="1248" cy="1248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1" name="Oval 17">
              <a:extLst>
                <a:ext uri="{FF2B5EF4-FFF2-40B4-BE49-F238E27FC236}">
                  <a16:creationId xmlns:a16="http://schemas.microsoft.com/office/drawing/2014/main" id="{4995AEC7-858F-DDBF-CB77-124F4789B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688"/>
              <a:ext cx="1152" cy="115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2" name="Oval 18">
              <a:extLst>
                <a:ext uri="{FF2B5EF4-FFF2-40B4-BE49-F238E27FC236}">
                  <a16:creationId xmlns:a16="http://schemas.microsoft.com/office/drawing/2014/main" id="{DE5A48A4-F9CB-EB36-C830-C8786F6F3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1056" cy="1056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3" name="Oval 19">
              <a:extLst>
                <a:ext uri="{FF2B5EF4-FFF2-40B4-BE49-F238E27FC236}">
                  <a16:creationId xmlns:a16="http://schemas.microsoft.com/office/drawing/2014/main" id="{1BA0D668-93AB-C700-3CA1-97E40F6FC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784"/>
              <a:ext cx="960" cy="960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4" name="Oval 20">
              <a:extLst>
                <a:ext uri="{FF2B5EF4-FFF2-40B4-BE49-F238E27FC236}">
                  <a16:creationId xmlns:a16="http://schemas.microsoft.com/office/drawing/2014/main" id="{1695D5E5-060D-3F7B-4B42-E94456CB9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832"/>
              <a:ext cx="864" cy="864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5" name="Rectangle 21">
              <a:extLst>
                <a:ext uri="{FF2B5EF4-FFF2-40B4-BE49-F238E27FC236}">
                  <a16:creationId xmlns:a16="http://schemas.microsoft.com/office/drawing/2014/main" id="{FA244B04-8537-2449-C676-AE62ABDB8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496"/>
              <a:ext cx="1200" cy="1584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6" name="Rectangle 22">
              <a:extLst>
                <a:ext uri="{FF2B5EF4-FFF2-40B4-BE49-F238E27FC236}">
                  <a16:creationId xmlns:a16="http://schemas.microsoft.com/office/drawing/2014/main" id="{CD541EEA-FB73-7D3E-428D-9F5F2FE1A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92"/>
              <a:ext cx="1200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77" name="Line 23">
              <a:extLst>
                <a:ext uri="{FF2B5EF4-FFF2-40B4-BE49-F238E27FC236}">
                  <a16:creationId xmlns:a16="http://schemas.microsoft.com/office/drawing/2014/main" id="{82A30299-1015-8E71-3B60-65AC7354A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40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Line 24">
              <a:extLst>
                <a:ext uri="{FF2B5EF4-FFF2-40B4-BE49-F238E27FC236}">
                  <a16:creationId xmlns:a16="http://schemas.microsoft.com/office/drawing/2014/main" id="{51182305-FE60-1EAA-9030-030DEFEF0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Line 25">
              <a:extLst>
                <a:ext uri="{FF2B5EF4-FFF2-40B4-BE49-F238E27FC236}">
                  <a16:creationId xmlns:a16="http://schemas.microsoft.com/office/drawing/2014/main" id="{EA5E03F0-C515-0EE8-7EB4-F5B4A8332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Line 26">
              <a:extLst>
                <a:ext uri="{FF2B5EF4-FFF2-40B4-BE49-F238E27FC236}">
                  <a16:creationId xmlns:a16="http://schemas.microsoft.com/office/drawing/2014/main" id="{0F9AF15A-6508-51CD-8331-0118833FC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84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Line 27">
              <a:extLst>
                <a:ext uri="{FF2B5EF4-FFF2-40B4-BE49-F238E27FC236}">
                  <a16:creationId xmlns:a16="http://schemas.microsoft.com/office/drawing/2014/main" id="{A664F206-98CE-80CD-1348-0A34AA7E5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832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Line 28">
              <a:extLst>
                <a:ext uri="{FF2B5EF4-FFF2-40B4-BE49-F238E27FC236}">
                  <a16:creationId xmlns:a16="http://schemas.microsoft.com/office/drawing/2014/main" id="{3AA24880-E7D3-1536-E00B-2186BE70E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592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Line 29">
              <a:extLst>
                <a:ext uri="{FF2B5EF4-FFF2-40B4-BE49-F238E27FC236}">
                  <a16:creationId xmlns:a16="http://schemas.microsoft.com/office/drawing/2014/main" id="{632338DD-5B9D-A0B9-9BEE-70C8332BC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880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Rectangle 32">
              <a:extLst>
                <a:ext uri="{FF2B5EF4-FFF2-40B4-BE49-F238E27FC236}">
                  <a16:creationId xmlns:a16="http://schemas.microsoft.com/office/drawing/2014/main" id="{72C928EC-E475-5979-D6D8-A764493D1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648"/>
              <a:ext cx="1200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3585" name="Line 33">
              <a:extLst>
                <a:ext uri="{FF2B5EF4-FFF2-40B4-BE49-F238E27FC236}">
                  <a16:creationId xmlns:a16="http://schemas.microsoft.com/office/drawing/2014/main" id="{C719FD19-E3F4-17BE-01E8-DE30E5490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696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34">
              <a:extLst>
                <a:ext uri="{FF2B5EF4-FFF2-40B4-BE49-F238E27FC236}">
                  <a16:creationId xmlns:a16="http://schemas.microsoft.com/office/drawing/2014/main" id="{BBDE9079-56AE-388C-8A9E-105C6DBE5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744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Line 35">
              <a:extLst>
                <a:ext uri="{FF2B5EF4-FFF2-40B4-BE49-F238E27FC236}">
                  <a16:creationId xmlns:a16="http://schemas.microsoft.com/office/drawing/2014/main" id="{73C790DC-3AF0-2CEF-4399-77030F792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792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Line 36">
              <a:extLst>
                <a:ext uri="{FF2B5EF4-FFF2-40B4-BE49-F238E27FC236}">
                  <a16:creationId xmlns:a16="http://schemas.microsoft.com/office/drawing/2014/main" id="{C8A2DADF-CD5E-74CB-CF5B-6C1BB944E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840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37">
              <a:extLst>
                <a:ext uri="{FF2B5EF4-FFF2-40B4-BE49-F238E27FC236}">
                  <a16:creationId xmlns:a16="http://schemas.microsoft.com/office/drawing/2014/main" id="{92ABA144-4D31-B03E-3DB2-086573511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888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38">
              <a:extLst>
                <a:ext uri="{FF2B5EF4-FFF2-40B4-BE49-F238E27FC236}">
                  <a16:creationId xmlns:a16="http://schemas.microsoft.com/office/drawing/2014/main" id="{8F0E405F-F6BF-B8E3-B0B6-3B143B043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648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Line 39">
              <a:extLst>
                <a:ext uri="{FF2B5EF4-FFF2-40B4-BE49-F238E27FC236}">
                  <a16:creationId xmlns:a16="http://schemas.microsoft.com/office/drawing/2014/main" id="{98D3EDD6-75D7-F48E-39F8-A8E96F291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936"/>
              <a:ext cx="12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58" name="Line 41">
            <a:extLst>
              <a:ext uri="{FF2B5EF4-FFF2-40B4-BE49-F238E27FC236}">
                <a16:creationId xmlns:a16="http://schemas.microsoft.com/office/drawing/2014/main" id="{45A77060-2D71-CA76-7A5B-A6704ABCC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54" name="Oval 42">
            <a:extLst>
              <a:ext uri="{FF2B5EF4-FFF2-40B4-BE49-F238E27FC236}">
                <a16:creationId xmlns:a16="http://schemas.microsoft.com/office/drawing/2014/main" id="{9EAC3045-4664-1024-B13F-D34C38EF8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86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1.7341E-7 C -0.04027 0.00023 -0.08889 -0.00208 -0.11632 0.00208 C -0.14375 0.00624 -0.15173 0.01156 -0.16545 0.02543 C -0.17916 0.03931 -0.19427 0.05896 -0.19878 0.08462 C -0.2033 0.11029 -0.20573 0.15353 -0.19253 0.17965 C -0.17934 0.20578 -0.16284 0.23029 -0.11944 0.24092 C -0.07604 0.25156 0.0283 0.24301 0.06789 0.24301 C 0.10747 0.24301 0.10243 0.24647 0.11858 0.24092 C 0.13473 0.23538 0.15261 0.22474 0.16476 0.20925 C 0.17691 0.19376 0.18907 0.17341 0.19167 0.14798 C 0.19427 0.12254 0.19306 0.08139 0.18056 0.05711 C 0.16806 0.03283 0.14723 0.01156 0.11702 0.00208 C 0.08681 -0.0074 0.02396 0.00046 -0.00069 1.7341E-7 Z " pathEditMode="relative" rAng="0" ptsTypes="aaaaaaaaaaaaa">
                                      <p:cBhvr>
                                        <p:cTn id="18" dur="5000" fill="hold"/>
                                        <p:tgtEl>
                                          <p:spTgt spid="389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3" y="12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5"/>
      <p:bldP spid="38955" grpId="0" build="p"/>
      <p:bldP spid="389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FFA92C9-B0A8-EC34-D4B6-0E928EF3F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Speed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54BB0CA-669E-27DE-E43D-C00B4ADC1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Speed (s) – Rate at which an object is moving.</a:t>
            </a:r>
          </a:p>
          <a:p>
            <a:pPr eaLnBrk="1" hangingPunct="1">
              <a:defRPr/>
            </a:pPr>
            <a:r>
              <a:rPr lang="en-US" altLang="en-US" dirty="0"/>
              <a:t>speed = distance / time</a:t>
            </a:r>
          </a:p>
          <a:p>
            <a:pPr eaLnBrk="1" hangingPunct="1">
              <a:defRPr/>
            </a:pPr>
            <a:r>
              <a:rPr lang="en-US" altLang="en-US" dirty="0"/>
              <a:t>s = d/t</a:t>
            </a:r>
          </a:p>
          <a:p>
            <a:pPr eaLnBrk="1" hangingPunct="1">
              <a:defRPr/>
            </a:pPr>
            <a:r>
              <a:rPr lang="en-US" altLang="en-US" dirty="0"/>
              <a:t>Like distance, speed </a:t>
            </a:r>
            <a:r>
              <a:rPr lang="en-US" altLang="en-US" i="1" dirty="0"/>
              <a:t>does not</a:t>
            </a:r>
            <a:r>
              <a:rPr lang="en-US" altLang="en-US" dirty="0"/>
              <a:t> depend on direction.</a:t>
            </a:r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bldLvl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373D8C9-A7E3-EC62-4508-ED7CD20E9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Speed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74EC37B-DAAE-BD96-8649-2E1E85DF1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/>
              <a:t>A car drives 100 meters in 5 seconds.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endParaRPr lang="en-US" altLang="en-US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/>
              <a:t>What is the car’s average speed?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/>
              <a:t>s = d/t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/>
              <a:t>s = (100 m) / (5 s) = 20 m/s</a:t>
            </a:r>
          </a:p>
        </p:txBody>
      </p:sp>
      <p:grpSp>
        <p:nvGrpSpPr>
          <p:cNvPr id="27652" name="Group 21">
            <a:extLst>
              <a:ext uri="{FF2B5EF4-FFF2-40B4-BE49-F238E27FC236}">
                <a16:creationId xmlns:a16="http://schemas.microsoft.com/office/drawing/2014/main" id="{39788954-6AC8-69FD-C4A9-6AFF3502900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286000"/>
            <a:ext cx="8686800" cy="2438400"/>
            <a:chOff x="144" y="1488"/>
            <a:chExt cx="5472" cy="1536"/>
          </a:xfrm>
        </p:grpSpPr>
        <p:grpSp>
          <p:nvGrpSpPr>
            <p:cNvPr id="27659" name="Group 13">
              <a:extLst>
                <a:ext uri="{FF2B5EF4-FFF2-40B4-BE49-F238E27FC236}">
                  <a16:creationId xmlns:a16="http://schemas.microsoft.com/office/drawing/2014/main" id="{822840B3-C4A6-0721-782D-3E47EF13A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488"/>
              <a:ext cx="5472" cy="1536"/>
              <a:chOff x="144" y="1488"/>
              <a:chExt cx="5472" cy="1536"/>
            </a:xfrm>
          </p:grpSpPr>
          <p:sp>
            <p:nvSpPr>
              <p:cNvPr id="27667" name="Rectangle 4">
                <a:extLst>
                  <a:ext uri="{FF2B5EF4-FFF2-40B4-BE49-F238E27FC236}">
                    <a16:creationId xmlns:a16="http://schemas.microsoft.com/office/drawing/2014/main" id="{0AAB8105-EBAC-4F39-5C18-F956738D6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488"/>
                <a:ext cx="5472" cy="15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668" name="Rectangle 5">
                <a:extLst>
                  <a:ext uri="{FF2B5EF4-FFF2-40B4-BE49-F238E27FC236}">
                    <a16:creationId xmlns:a16="http://schemas.microsoft.com/office/drawing/2014/main" id="{355B046F-E780-D34B-4726-EE5968347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968"/>
                <a:ext cx="5472" cy="1056"/>
              </a:xfrm>
              <a:prstGeom prst="rect">
                <a:avLst/>
              </a:prstGeom>
              <a:solidFill>
                <a:srgbClr val="00CC66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669" name="Rectangle 10">
                <a:extLst>
                  <a:ext uri="{FF2B5EF4-FFF2-40B4-BE49-F238E27FC236}">
                    <a16:creationId xmlns:a16="http://schemas.microsoft.com/office/drawing/2014/main" id="{E1B14F65-7F54-2EB5-94D2-03F8A2B72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2256"/>
                <a:ext cx="5472" cy="57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7660" name="Line 12">
              <a:extLst>
                <a:ext uri="{FF2B5EF4-FFF2-40B4-BE49-F238E27FC236}">
                  <a16:creationId xmlns:a16="http://schemas.microsoft.com/office/drawing/2014/main" id="{0AFE16E1-DBF1-350C-203D-93E1F5C34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544"/>
              <a:ext cx="542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Line 14">
              <a:extLst>
                <a:ext uri="{FF2B5EF4-FFF2-40B4-BE49-F238E27FC236}">
                  <a16:creationId xmlns:a16="http://schemas.microsoft.com/office/drawing/2014/main" id="{AAFE9ECD-2118-22E8-38CE-F3ECC6A6B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536"/>
              <a:ext cx="0" cy="67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Rectangle 15">
              <a:extLst>
                <a:ext uri="{FF2B5EF4-FFF2-40B4-BE49-F238E27FC236}">
                  <a16:creationId xmlns:a16="http://schemas.microsoft.com/office/drawing/2014/main" id="{FA4BA011-9880-C97A-D66E-9F307E694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536"/>
              <a:ext cx="192" cy="144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7663" name="Line 16">
              <a:extLst>
                <a:ext uri="{FF2B5EF4-FFF2-40B4-BE49-F238E27FC236}">
                  <a16:creationId xmlns:a16="http://schemas.microsoft.com/office/drawing/2014/main" id="{2F8CC251-1023-DD4C-838F-7FB9D8BD1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1536"/>
              <a:ext cx="0" cy="67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Rectangle 17">
              <a:extLst>
                <a:ext uri="{FF2B5EF4-FFF2-40B4-BE49-F238E27FC236}">
                  <a16:creationId xmlns:a16="http://schemas.microsoft.com/office/drawing/2014/main" id="{F7B6D80C-A4F5-5DC0-D19F-166195C0A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1536"/>
              <a:ext cx="192" cy="14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7665" name="Line 19">
              <a:extLst>
                <a:ext uri="{FF2B5EF4-FFF2-40B4-BE49-F238E27FC236}">
                  <a16:creationId xmlns:a16="http://schemas.microsoft.com/office/drawing/2014/main" id="{785DC18E-AC3F-8F76-66B2-66F379D6D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12"/>
              <a:ext cx="412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Text Box 20">
              <a:extLst>
                <a:ext uri="{FF2B5EF4-FFF2-40B4-BE49-F238E27FC236}">
                  <a16:creationId xmlns:a16="http://schemas.microsoft.com/office/drawing/2014/main" id="{67164C65-2CB2-EA8F-80DB-6D497DB22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977"/>
              <a:ext cx="768" cy="231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bg1"/>
                  </a:solidFill>
                </a:rPr>
                <a:t>100 m</a:t>
              </a:r>
            </a:p>
          </p:txBody>
        </p:sp>
      </p:grpSp>
      <p:pic>
        <p:nvPicPr>
          <p:cNvPr id="41993" name="Picture 9" descr="MCj04370990000[1]">
            <a:extLst>
              <a:ext uri="{FF2B5EF4-FFF2-40B4-BE49-F238E27FC236}">
                <a16:creationId xmlns:a16="http://schemas.microsoft.com/office/drawing/2014/main" id="{DCD07BD4-66EC-3188-5CF5-EF11B1A73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06" name="Text Box 22">
            <a:extLst>
              <a:ext uri="{FF2B5EF4-FFF2-40B4-BE49-F238E27FC236}">
                <a16:creationId xmlns:a16="http://schemas.microsoft.com/office/drawing/2014/main" id="{019BFB79-DE13-B342-B217-B0CE081A4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316163"/>
            <a:ext cx="76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1 s</a:t>
            </a:r>
          </a:p>
        </p:txBody>
      </p:sp>
      <p:sp>
        <p:nvSpPr>
          <p:cNvPr id="42007" name="Text Box 23">
            <a:extLst>
              <a:ext uri="{FF2B5EF4-FFF2-40B4-BE49-F238E27FC236}">
                <a16:creationId xmlns:a16="http://schemas.microsoft.com/office/drawing/2014/main" id="{CBC27992-F995-DA40-569C-0F20F2B97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316163"/>
            <a:ext cx="76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2 s</a:t>
            </a:r>
          </a:p>
        </p:txBody>
      </p:sp>
      <p:sp>
        <p:nvSpPr>
          <p:cNvPr id="42008" name="Text Box 24">
            <a:extLst>
              <a:ext uri="{FF2B5EF4-FFF2-40B4-BE49-F238E27FC236}">
                <a16:creationId xmlns:a16="http://schemas.microsoft.com/office/drawing/2014/main" id="{B5CED28A-B2BB-268C-69A7-E1547A02C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316163"/>
            <a:ext cx="76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3 s</a:t>
            </a:r>
          </a:p>
        </p:txBody>
      </p:sp>
      <p:sp>
        <p:nvSpPr>
          <p:cNvPr id="42009" name="Text Box 25">
            <a:extLst>
              <a:ext uri="{FF2B5EF4-FFF2-40B4-BE49-F238E27FC236}">
                <a16:creationId xmlns:a16="http://schemas.microsoft.com/office/drawing/2014/main" id="{27280F89-D859-3B03-2847-2EEC28337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316163"/>
            <a:ext cx="76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4 s</a:t>
            </a:r>
          </a:p>
        </p:txBody>
      </p:sp>
      <p:sp>
        <p:nvSpPr>
          <p:cNvPr id="42010" name="Text Box 26">
            <a:extLst>
              <a:ext uri="{FF2B5EF4-FFF2-40B4-BE49-F238E27FC236}">
                <a16:creationId xmlns:a16="http://schemas.microsoft.com/office/drawing/2014/main" id="{F9BAEE93-63E9-AA45-FF77-74F99A8C5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316163"/>
            <a:ext cx="76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5 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04046E-6 L 0.72084 1.04046E-6 " pathEditMode="relative" rAng="0" ptsTypes="AA">
                                      <p:cBhvr>
                                        <p:cTn id="12" dur="50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4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bldLvl="5"/>
      <p:bldP spid="42006" grpId="0"/>
      <p:bldP spid="42006" grpId="1"/>
      <p:bldP spid="42007" grpId="0"/>
      <p:bldP spid="42007" grpId="1"/>
      <p:bldP spid="42008" grpId="0"/>
      <p:bldP spid="42008" grpId="1"/>
      <p:bldP spid="42009" grpId="0"/>
      <p:bldP spid="42009" grpId="1"/>
      <p:bldP spid="420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0608C52-EC8C-6584-FC50-A77BE83CB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Speed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C1BE2C8-9946-969D-9098-3FB0AC0D0B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05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A rocket is traveling at 10 m/s.  How long does it take the rocket to travel 30 m?</a:t>
            </a: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F1D579B3-7EB8-04F4-D241-15326D5AC2DD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955" y="2968626"/>
            <a:ext cx="9296400" cy="2444750"/>
          </a:xfrm>
          <a:noFill/>
          <a:ln w="76200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43023" name="Picture 15" descr="rocketGIF">
            <a:extLst>
              <a:ext uri="{FF2B5EF4-FFF2-40B4-BE49-F238E27FC236}">
                <a16:creationId xmlns:a16="http://schemas.microsoft.com/office/drawing/2014/main" id="{8A71C64E-8FAC-2C5E-874B-2DFAA6F7A7DD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743200" y="3659188"/>
            <a:ext cx="2590800" cy="546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1.31666 3.7037E-7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BDCE376-9A97-63DA-E2E7-ECFE80585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Speed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022DD94B-8F3B-2C6A-AC6E-5AD8FC907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A racecar is traveling at 85.0 m/s.  How far does the car travel in 30.0 s?</a:t>
            </a:r>
          </a:p>
        </p:txBody>
      </p:sp>
      <p:pic>
        <p:nvPicPr>
          <p:cNvPr id="31748" name="Picture 4" descr="MCj04397890000[1]">
            <a:extLst>
              <a:ext uri="{FF2B5EF4-FFF2-40B4-BE49-F238E27FC236}">
                <a16:creationId xmlns:a16="http://schemas.microsoft.com/office/drawing/2014/main" id="{35012C06-53B5-E929-5CF0-64C5A588F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3048000"/>
            <a:ext cx="3606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D79FB73-39BA-2AFD-F37F-80505150E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Velocity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800D80B-BE99-1699-A762-5161A349A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Velocity (v) – speed with direction.</a:t>
            </a:r>
            <a:endParaRPr lang="en-US" altLang="en-US" dirty="0">
              <a:cs typeface="Arial"/>
            </a:endParaRPr>
          </a:p>
          <a:p>
            <a:pPr eaLnBrk="1" hangingPunct="1">
              <a:defRPr/>
            </a:pPr>
            <a:r>
              <a:rPr lang="en-US" altLang="en-US" dirty="0"/>
              <a:t>velocity = displacement / time</a:t>
            </a:r>
          </a:p>
          <a:p>
            <a:pPr eaLnBrk="1" hangingPunct="1"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defRPr/>
            </a:pPr>
            <a:r>
              <a:rPr lang="en-US" altLang="en-US" dirty="0">
                <a:sym typeface="Symbol" panose="05050102010706020507" pitchFamily="18" charset="2"/>
              </a:rPr>
              <a:t>Has magnitude and direction!</a:t>
            </a:r>
          </a:p>
          <a:p>
            <a:pPr lvl="1" eaLnBrk="1" hangingPunct="1">
              <a:defRPr/>
            </a:pPr>
            <a:r>
              <a:rPr lang="en-US" altLang="en-US" dirty="0">
                <a:sym typeface="Symbol" panose="05050102010706020507" pitchFamily="18" charset="2"/>
              </a:rPr>
              <a:t>Magnitude – a measure that has a value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860E64B-EC82-F6BD-656D-56A8200B9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Pulling It All Together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B994785-EDDF-A3DE-1186-AF56E05FB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Back to our ant explorer!</a:t>
            </a:r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eaLnBrk="1" hangingPunct="1">
              <a:defRPr/>
            </a:pPr>
            <a:endParaRPr lang="en-US" altLang="en-US"/>
          </a:p>
          <a:p>
            <a:pPr lvl="1" eaLnBrk="1" hangingPunct="1">
              <a:defRPr/>
            </a:pPr>
            <a:r>
              <a:rPr lang="en-US" altLang="en-US"/>
              <a:t>Distance traveled: 7 cm</a:t>
            </a:r>
          </a:p>
          <a:p>
            <a:pPr lvl="1" eaLnBrk="1" hangingPunct="1">
              <a:defRPr/>
            </a:pPr>
            <a:r>
              <a:rPr lang="en-US" altLang="en-US"/>
              <a:t>Displacement: +3 cm</a:t>
            </a:r>
          </a:p>
          <a:p>
            <a:pPr lvl="1" eaLnBrk="1" hangingPunct="1">
              <a:defRPr/>
            </a:pPr>
            <a:r>
              <a:rPr lang="en-US" altLang="en-US"/>
              <a:t>Average speed: (7 cm) / (5 s) = 1.4 cm/s</a:t>
            </a:r>
          </a:p>
          <a:p>
            <a:pPr lvl="1" eaLnBrk="1" hangingPunct="1">
              <a:defRPr/>
            </a:pPr>
            <a:r>
              <a:rPr lang="en-US" altLang="en-US"/>
              <a:t>Average velocity: (+3 cm) / (5 s) = +0.6 cm/s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9B2E0B15-A51F-C661-5EA4-61EC915B3482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286000"/>
            <a:ext cx="8763000" cy="2103438"/>
            <a:chOff x="96" y="1651"/>
            <a:chExt cx="5520" cy="1325"/>
          </a:xfrm>
        </p:grpSpPr>
        <p:grpSp>
          <p:nvGrpSpPr>
            <p:cNvPr id="35854" name="Group 5">
              <a:extLst>
                <a:ext uri="{FF2B5EF4-FFF2-40B4-BE49-F238E27FC236}">
                  <a16:creationId xmlns:a16="http://schemas.microsoft.com/office/drawing/2014/main" id="{63D20043-42AD-BE17-018F-D95DC295B3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1728"/>
              <a:ext cx="5520" cy="1248"/>
              <a:chOff x="96" y="1728"/>
              <a:chExt cx="5520" cy="1248"/>
            </a:xfrm>
          </p:grpSpPr>
          <p:sp>
            <p:nvSpPr>
              <p:cNvPr id="35859" name="Rectangle 6">
                <a:extLst>
                  <a:ext uri="{FF2B5EF4-FFF2-40B4-BE49-F238E27FC236}">
                    <a16:creationId xmlns:a16="http://schemas.microsoft.com/office/drawing/2014/main" id="{65A45710-DFD4-5769-DB82-014AC8A5F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1728"/>
                <a:ext cx="5520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5860" name="Rectangle 7">
                <a:extLst>
                  <a:ext uri="{FF2B5EF4-FFF2-40B4-BE49-F238E27FC236}">
                    <a16:creationId xmlns:a16="http://schemas.microsoft.com/office/drawing/2014/main" id="{858D2CCC-6655-3D9F-75C4-A8C44D43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256"/>
                <a:ext cx="5520" cy="720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grpSp>
            <p:nvGrpSpPr>
              <p:cNvPr id="35861" name="Group 8">
                <a:extLst>
                  <a:ext uri="{FF2B5EF4-FFF2-40B4-BE49-F238E27FC236}">
                    <a16:creationId xmlns:a16="http://schemas.microsoft.com/office/drawing/2014/main" id="{D17BC41D-0DE0-D275-B12A-69EABEFA88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2256"/>
                <a:ext cx="4800" cy="240"/>
                <a:chOff x="336" y="2640"/>
                <a:chExt cx="4800" cy="144"/>
              </a:xfrm>
            </p:grpSpPr>
            <p:sp>
              <p:nvSpPr>
                <p:cNvPr id="35984" name="Line 9">
                  <a:extLst>
                    <a:ext uri="{FF2B5EF4-FFF2-40B4-BE49-F238E27FC236}">
                      <a16:creationId xmlns:a16="http://schemas.microsoft.com/office/drawing/2014/main" id="{11422C20-09DD-9D7E-F4BD-6DE6317B52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5" name="Line 10">
                  <a:extLst>
                    <a:ext uri="{FF2B5EF4-FFF2-40B4-BE49-F238E27FC236}">
                      <a16:creationId xmlns:a16="http://schemas.microsoft.com/office/drawing/2014/main" id="{CD495F19-BD0F-4B36-8722-52F5BCDB92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6" name="Line 11">
                  <a:extLst>
                    <a:ext uri="{FF2B5EF4-FFF2-40B4-BE49-F238E27FC236}">
                      <a16:creationId xmlns:a16="http://schemas.microsoft.com/office/drawing/2014/main" id="{DD6F8E77-87F4-F6F1-401B-E84E17BB72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7" name="Line 12">
                  <a:extLst>
                    <a:ext uri="{FF2B5EF4-FFF2-40B4-BE49-F238E27FC236}">
                      <a16:creationId xmlns:a16="http://schemas.microsoft.com/office/drawing/2014/main" id="{783AC05F-2427-2DBC-C037-7E3EDBF7CE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8" name="Line 13">
                  <a:extLst>
                    <a:ext uri="{FF2B5EF4-FFF2-40B4-BE49-F238E27FC236}">
                      <a16:creationId xmlns:a16="http://schemas.microsoft.com/office/drawing/2014/main" id="{D131AA93-FB74-7213-6EED-834EBBE9E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9" name="Line 14">
                  <a:extLst>
                    <a:ext uri="{FF2B5EF4-FFF2-40B4-BE49-F238E27FC236}">
                      <a16:creationId xmlns:a16="http://schemas.microsoft.com/office/drawing/2014/main" id="{3EBB854C-5E24-6ED5-96CE-D80B123164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90" name="Line 15">
                  <a:extLst>
                    <a:ext uri="{FF2B5EF4-FFF2-40B4-BE49-F238E27FC236}">
                      <a16:creationId xmlns:a16="http://schemas.microsoft.com/office/drawing/2014/main" id="{70EA3E74-E755-DD3B-D004-365DE01CA1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91" name="Line 16">
                  <a:extLst>
                    <a:ext uri="{FF2B5EF4-FFF2-40B4-BE49-F238E27FC236}">
                      <a16:creationId xmlns:a16="http://schemas.microsoft.com/office/drawing/2014/main" id="{C63AE01D-F74A-2B6D-D16D-BED8C62B74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92" name="Line 17">
                  <a:extLst>
                    <a:ext uri="{FF2B5EF4-FFF2-40B4-BE49-F238E27FC236}">
                      <a16:creationId xmlns:a16="http://schemas.microsoft.com/office/drawing/2014/main" id="{9B871DB3-EB20-BD6A-BA5D-38D67FAF57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93" name="Line 18">
                  <a:extLst>
                    <a:ext uri="{FF2B5EF4-FFF2-40B4-BE49-F238E27FC236}">
                      <a16:creationId xmlns:a16="http://schemas.microsoft.com/office/drawing/2014/main" id="{E39D02B9-0863-3CCB-322F-E37F9975E2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94" name="Line 19">
                  <a:extLst>
                    <a:ext uri="{FF2B5EF4-FFF2-40B4-BE49-F238E27FC236}">
                      <a16:creationId xmlns:a16="http://schemas.microsoft.com/office/drawing/2014/main" id="{1A02856C-95A3-6868-609B-4C5741E2BB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36" y="2640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2" name="Group 20">
                <a:extLst>
                  <a:ext uri="{FF2B5EF4-FFF2-40B4-BE49-F238E27FC236}">
                    <a16:creationId xmlns:a16="http://schemas.microsoft.com/office/drawing/2014/main" id="{68AA44BA-476F-3031-E95B-582B098E9A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2256"/>
                <a:ext cx="384" cy="192"/>
                <a:chOff x="384" y="2640"/>
                <a:chExt cx="384" cy="192"/>
              </a:xfrm>
            </p:grpSpPr>
            <p:sp>
              <p:nvSpPr>
                <p:cNvPr id="35975" name="Line 21">
                  <a:extLst>
                    <a:ext uri="{FF2B5EF4-FFF2-40B4-BE49-F238E27FC236}">
                      <a16:creationId xmlns:a16="http://schemas.microsoft.com/office/drawing/2014/main" id="{56AEB0CF-768C-29C8-953E-4A90F43348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6" name="Line 22">
                  <a:extLst>
                    <a:ext uri="{FF2B5EF4-FFF2-40B4-BE49-F238E27FC236}">
                      <a16:creationId xmlns:a16="http://schemas.microsoft.com/office/drawing/2014/main" id="{6B104587-79EF-8401-DF68-EE82E22790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7" name="Line 23">
                  <a:extLst>
                    <a:ext uri="{FF2B5EF4-FFF2-40B4-BE49-F238E27FC236}">
                      <a16:creationId xmlns:a16="http://schemas.microsoft.com/office/drawing/2014/main" id="{464E62CE-06D8-8E01-CBD7-66AA23F2C8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8" name="Line 24">
                  <a:extLst>
                    <a:ext uri="{FF2B5EF4-FFF2-40B4-BE49-F238E27FC236}">
                      <a16:creationId xmlns:a16="http://schemas.microsoft.com/office/drawing/2014/main" id="{85321126-2F43-BB8A-751B-5895B3FF54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9" name="Line 25">
                  <a:extLst>
                    <a:ext uri="{FF2B5EF4-FFF2-40B4-BE49-F238E27FC236}">
                      <a16:creationId xmlns:a16="http://schemas.microsoft.com/office/drawing/2014/main" id="{42CFF1E2-E7C4-ECAA-4F74-74F37B0055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0" name="Line 26">
                  <a:extLst>
                    <a:ext uri="{FF2B5EF4-FFF2-40B4-BE49-F238E27FC236}">
                      <a16:creationId xmlns:a16="http://schemas.microsoft.com/office/drawing/2014/main" id="{31D088DC-F397-A6E9-BAEB-049841EBEE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1" name="Line 27">
                  <a:extLst>
                    <a:ext uri="{FF2B5EF4-FFF2-40B4-BE49-F238E27FC236}">
                      <a16:creationId xmlns:a16="http://schemas.microsoft.com/office/drawing/2014/main" id="{92A2C60C-B421-2474-97F2-84D33FF927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2" name="Line 28">
                  <a:extLst>
                    <a:ext uri="{FF2B5EF4-FFF2-40B4-BE49-F238E27FC236}">
                      <a16:creationId xmlns:a16="http://schemas.microsoft.com/office/drawing/2014/main" id="{89000466-7BF1-103D-BB81-63B4984082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83" name="Line 29">
                  <a:extLst>
                    <a:ext uri="{FF2B5EF4-FFF2-40B4-BE49-F238E27FC236}">
                      <a16:creationId xmlns:a16="http://schemas.microsoft.com/office/drawing/2014/main" id="{81E96EC0-C962-BA64-A8FD-26CD2B673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3" name="Group 30">
                <a:extLst>
                  <a:ext uri="{FF2B5EF4-FFF2-40B4-BE49-F238E27FC236}">
                    <a16:creationId xmlns:a16="http://schemas.microsoft.com/office/drawing/2014/main" id="{EBB3AD06-310C-EB31-D184-AAAEFD8EDC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256"/>
                <a:ext cx="384" cy="192"/>
                <a:chOff x="384" y="2640"/>
                <a:chExt cx="384" cy="192"/>
              </a:xfrm>
            </p:grpSpPr>
            <p:sp>
              <p:nvSpPr>
                <p:cNvPr id="35966" name="Line 31">
                  <a:extLst>
                    <a:ext uri="{FF2B5EF4-FFF2-40B4-BE49-F238E27FC236}">
                      <a16:creationId xmlns:a16="http://schemas.microsoft.com/office/drawing/2014/main" id="{568CC80F-6033-4FF7-3540-A334F6E46D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7" name="Line 32">
                  <a:extLst>
                    <a:ext uri="{FF2B5EF4-FFF2-40B4-BE49-F238E27FC236}">
                      <a16:creationId xmlns:a16="http://schemas.microsoft.com/office/drawing/2014/main" id="{D3DCCFD3-4D67-D49A-F979-36438F093A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8" name="Line 33">
                  <a:extLst>
                    <a:ext uri="{FF2B5EF4-FFF2-40B4-BE49-F238E27FC236}">
                      <a16:creationId xmlns:a16="http://schemas.microsoft.com/office/drawing/2014/main" id="{005029C8-D5A0-54E6-AEC8-BCE6D386BC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9" name="Line 34">
                  <a:extLst>
                    <a:ext uri="{FF2B5EF4-FFF2-40B4-BE49-F238E27FC236}">
                      <a16:creationId xmlns:a16="http://schemas.microsoft.com/office/drawing/2014/main" id="{D3B4EF09-C8BB-5134-A053-54F93ACC86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0" name="Line 35">
                  <a:extLst>
                    <a:ext uri="{FF2B5EF4-FFF2-40B4-BE49-F238E27FC236}">
                      <a16:creationId xmlns:a16="http://schemas.microsoft.com/office/drawing/2014/main" id="{0C0FDB26-40E8-BF20-45AC-5319BB011E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1" name="Line 36">
                  <a:extLst>
                    <a:ext uri="{FF2B5EF4-FFF2-40B4-BE49-F238E27FC236}">
                      <a16:creationId xmlns:a16="http://schemas.microsoft.com/office/drawing/2014/main" id="{20BD38B7-D609-6F2C-41C4-18BE965246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2" name="Line 37">
                  <a:extLst>
                    <a:ext uri="{FF2B5EF4-FFF2-40B4-BE49-F238E27FC236}">
                      <a16:creationId xmlns:a16="http://schemas.microsoft.com/office/drawing/2014/main" id="{2CD81ACE-546C-7A97-A29A-F313D35284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3" name="Line 38">
                  <a:extLst>
                    <a:ext uri="{FF2B5EF4-FFF2-40B4-BE49-F238E27FC236}">
                      <a16:creationId xmlns:a16="http://schemas.microsoft.com/office/drawing/2014/main" id="{FB2ACE8A-4ED5-88CF-92C6-3208D04A0A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4" name="Line 39">
                  <a:extLst>
                    <a:ext uri="{FF2B5EF4-FFF2-40B4-BE49-F238E27FC236}">
                      <a16:creationId xmlns:a16="http://schemas.microsoft.com/office/drawing/2014/main" id="{52F63477-208B-0416-7E2A-1DAFA4113A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4" name="Group 40">
                <a:extLst>
                  <a:ext uri="{FF2B5EF4-FFF2-40B4-BE49-F238E27FC236}">
                    <a16:creationId xmlns:a16="http://schemas.microsoft.com/office/drawing/2014/main" id="{052035D1-9DF5-D4DB-6E83-6C605E0878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2256"/>
                <a:ext cx="384" cy="192"/>
                <a:chOff x="384" y="2640"/>
                <a:chExt cx="384" cy="192"/>
              </a:xfrm>
            </p:grpSpPr>
            <p:sp>
              <p:nvSpPr>
                <p:cNvPr id="35957" name="Line 41">
                  <a:extLst>
                    <a:ext uri="{FF2B5EF4-FFF2-40B4-BE49-F238E27FC236}">
                      <a16:creationId xmlns:a16="http://schemas.microsoft.com/office/drawing/2014/main" id="{3F61B7E2-A59A-B5FD-4BF2-017F3A3B76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8" name="Line 42">
                  <a:extLst>
                    <a:ext uri="{FF2B5EF4-FFF2-40B4-BE49-F238E27FC236}">
                      <a16:creationId xmlns:a16="http://schemas.microsoft.com/office/drawing/2014/main" id="{5E4E550B-1C33-6FCC-06AF-2CB472170D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9" name="Line 43">
                  <a:extLst>
                    <a:ext uri="{FF2B5EF4-FFF2-40B4-BE49-F238E27FC236}">
                      <a16:creationId xmlns:a16="http://schemas.microsoft.com/office/drawing/2014/main" id="{F36F2206-F5B7-480C-3ACB-13A33214B3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0" name="Line 44">
                  <a:extLst>
                    <a:ext uri="{FF2B5EF4-FFF2-40B4-BE49-F238E27FC236}">
                      <a16:creationId xmlns:a16="http://schemas.microsoft.com/office/drawing/2014/main" id="{4B780F3F-A6A5-D2E6-FE12-057AA12AF5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1" name="Line 45">
                  <a:extLst>
                    <a:ext uri="{FF2B5EF4-FFF2-40B4-BE49-F238E27FC236}">
                      <a16:creationId xmlns:a16="http://schemas.microsoft.com/office/drawing/2014/main" id="{7E5F2D40-8BD0-3092-3429-5E8355C5BF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2" name="Line 46">
                  <a:extLst>
                    <a:ext uri="{FF2B5EF4-FFF2-40B4-BE49-F238E27FC236}">
                      <a16:creationId xmlns:a16="http://schemas.microsoft.com/office/drawing/2014/main" id="{CDC17510-965D-5170-D9B9-9832EB16E8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3" name="Line 47">
                  <a:extLst>
                    <a:ext uri="{FF2B5EF4-FFF2-40B4-BE49-F238E27FC236}">
                      <a16:creationId xmlns:a16="http://schemas.microsoft.com/office/drawing/2014/main" id="{ECA9499F-6DD4-CF82-0FF9-90CBD2CE66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4" name="Line 48">
                  <a:extLst>
                    <a:ext uri="{FF2B5EF4-FFF2-40B4-BE49-F238E27FC236}">
                      <a16:creationId xmlns:a16="http://schemas.microsoft.com/office/drawing/2014/main" id="{B19ADE4E-9857-499E-67C6-7EED2352EB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5" name="Line 49">
                  <a:extLst>
                    <a:ext uri="{FF2B5EF4-FFF2-40B4-BE49-F238E27FC236}">
                      <a16:creationId xmlns:a16="http://schemas.microsoft.com/office/drawing/2014/main" id="{8958C8B3-9B23-8ABA-8CAE-FE06E0B0F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5" name="Group 50">
                <a:extLst>
                  <a:ext uri="{FF2B5EF4-FFF2-40B4-BE49-F238E27FC236}">
                    <a16:creationId xmlns:a16="http://schemas.microsoft.com/office/drawing/2014/main" id="{08174ADB-F047-5160-9CC0-60410B00C4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256"/>
                <a:ext cx="384" cy="192"/>
                <a:chOff x="384" y="2640"/>
                <a:chExt cx="384" cy="192"/>
              </a:xfrm>
            </p:grpSpPr>
            <p:sp>
              <p:nvSpPr>
                <p:cNvPr id="35948" name="Line 51">
                  <a:extLst>
                    <a:ext uri="{FF2B5EF4-FFF2-40B4-BE49-F238E27FC236}">
                      <a16:creationId xmlns:a16="http://schemas.microsoft.com/office/drawing/2014/main" id="{1D217828-04FF-2E96-930F-27E7647C7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9" name="Line 52">
                  <a:extLst>
                    <a:ext uri="{FF2B5EF4-FFF2-40B4-BE49-F238E27FC236}">
                      <a16:creationId xmlns:a16="http://schemas.microsoft.com/office/drawing/2014/main" id="{9824CFF8-5CDE-FE27-948D-6575DFD62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0" name="Line 53">
                  <a:extLst>
                    <a:ext uri="{FF2B5EF4-FFF2-40B4-BE49-F238E27FC236}">
                      <a16:creationId xmlns:a16="http://schemas.microsoft.com/office/drawing/2014/main" id="{6EA44CD7-307D-FCDE-1C4E-1545A69014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1" name="Line 54">
                  <a:extLst>
                    <a:ext uri="{FF2B5EF4-FFF2-40B4-BE49-F238E27FC236}">
                      <a16:creationId xmlns:a16="http://schemas.microsoft.com/office/drawing/2014/main" id="{7276FC0D-AE76-EA41-958D-1EEA9F26C3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2" name="Line 55">
                  <a:extLst>
                    <a:ext uri="{FF2B5EF4-FFF2-40B4-BE49-F238E27FC236}">
                      <a16:creationId xmlns:a16="http://schemas.microsoft.com/office/drawing/2014/main" id="{3E8B84D7-9FB2-08D1-40DA-C4D4E037B0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3" name="Line 56">
                  <a:extLst>
                    <a:ext uri="{FF2B5EF4-FFF2-40B4-BE49-F238E27FC236}">
                      <a16:creationId xmlns:a16="http://schemas.microsoft.com/office/drawing/2014/main" id="{ADBE6459-158A-24E0-248B-6FD31790C0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4" name="Line 57">
                  <a:extLst>
                    <a:ext uri="{FF2B5EF4-FFF2-40B4-BE49-F238E27FC236}">
                      <a16:creationId xmlns:a16="http://schemas.microsoft.com/office/drawing/2014/main" id="{A7C7BB0F-F077-4A72-6877-175076818B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5" name="Line 58">
                  <a:extLst>
                    <a:ext uri="{FF2B5EF4-FFF2-40B4-BE49-F238E27FC236}">
                      <a16:creationId xmlns:a16="http://schemas.microsoft.com/office/drawing/2014/main" id="{DFDEEE5B-EBFB-F13F-BD65-1576FAF048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56" name="Line 59">
                  <a:extLst>
                    <a:ext uri="{FF2B5EF4-FFF2-40B4-BE49-F238E27FC236}">
                      <a16:creationId xmlns:a16="http://schemas.microsoft.com/office/drawing/2014/main" id="{CA701074-DB70-FA91-1406-4B3F7668A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6" name="Group 60">
                <a:extLst>
                  <a:ext uri="{FF2B5EF4-FFF2-40B4-BE49-F238E27FC236}">
                    <a16:creationId xmlns:a16="http://schemas.microsoft.com/office/drawing/2014/main" id="{EF106C85-B601-837C-5961-EEB0130CD5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256"/>
                <a:ext cx="384" cy="192"/>
                <a:chOff x="384" y="2640"/>
                <a:chExt cx="384" cy="192"/>
              </a:xfrm>
            </p:grpSpPr>
            <p:sp>
              <p:nvSpPr>
                <p:cNvPr id="35939" name="Line 61">
                  <a:extLst>
                    <a:ext uri="{FF2B5EF4-FFF2-40B4-BE49-F238E27FC236}">
                      <a16:creationId xmlns:a16="http://schemas.microsoft.com/office/drawing/2014/main" id="{B5F31733-CC2C-391C-1912-F8BACA765C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0" name="Line 62">
                  <a:extLst>
                    <a:ext uri="{FF2B5EF4-FFF2-40B4-BE49-F238E27FC236}">
                      <a16:creationId xmlns:a16="http://schemas.microsoft.com/office/drawing/2014/main" id="{F1A3E897-384D-0358-6DC6-FDB5D033E9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1" name="Line 63">
                  <a:extLst>
                    <a:ext uri="{FF2B5EF4-FFF2-40B4-BE49-F238E27FC236}">
                      <a16:creationId xmlns:a16="http://schemas.microsoft.com/office/drawing/2014/main" id="{AAC088AA-53B3-FD7F-306A-6566E54C7C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2" name="Line 64">
                  <a:extLst>
                    <a:ext uri="{FF2B5EF4-FFF2-40B4-BE49-F238E27FC236}">
                      <a16:creationId xmlns:a16="http://schemas.microsoft.com/office/drawing/2014/main" id="{8EFE5C1A-64C2-D8A8-1131-22A6D88B1D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3" name="Line 65">
                  <a:extLst>
                    <a:ext uri="{FF2B5EF4-FFF2-40B4-BE49-F238E27FC236}">
                      <a16:creationId xmlns:a16="http://schemas.microsoft.com/office/drawing/2014/main" id="{8AA915D7-12AB-8A30-DAE9-CB9B1576F2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4" name="Line 66">
                  <a:extLst>
                    <a:ext uri="{FF2B5EF4-FFF2-40B4-BE49-F238E27FC236}">
                      <a16:creationId xmlns:a16="http://schemas.microsoft.com/office/drawing/2014/main" id="{BCC6BC70-11FA-E1A2-F491-15F456F3D9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5" name="Line 67">
                  <a:extLst>
                    <a:ext uri="{FF2B5EF4-FFF2-40B4-BE49-F238E27FC236}">
                      <a16:creationId xmlns:a16="http://schemas.microsoft.com/office/drawing/2014/main" id="{F3F947C9-3566-B43E-7DFB-3D11B30379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6" name="Line 68">
                  <a:extLst>
                    <a:ext uri="{FF2B5EF4-FFF2-40B4-BE49-F238E27FC236}">
                      <a16:creationId xmlns:a16="http://schemas.microsoft.com/office/drawing/2014/main" id="{41FB4BAD-300D-F25E-1F7B-86E0383702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47" name="Line 69">
                  <a:extLst>
                    <a:ext uri="{FF2B5EF4-FFF2-40B4-BE49-F238E27FC236}">
                      <a16:creationId xmlns:a16="http://schemas.microsoft.com/office/drawing/2014/main" id="{25F6417F-E549-12BC-2110-5598495FE7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7" name="Group 70">
                <a:extLst>
                  <a:ext uri="{FF2B5EF4-FFF2-40B4-BE49-F238E27FC236}">
                    <a16:creationId xmlns:a16="http://schemas.microsoft.com/office/drawing/2014/main" id="{67C02FBB-FB2F-564C-9327-C5393A66B8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256"/>
                <a:ext cx="384" cy="192"/>
                <a:chOff x="384" y="2640"/>
                <a:chExt cx="384" cy="192"/>
              </a:xfrm>
            </p:grpSpPr>
            <p:sp>
              <p:nvSpPr>
                <p:cNvPr id="35930" name="Line 71">
                  <a:extLst>
                    <a:ext uri="{FF2B5EF4-FFF2-40B4-BE49-F238E27FC236}">
                      <a16:creationId xmlns:a16="http://schemas.microsoft.com/office/drawing/2014/main" id="{628C9285-DE12-D6DB-95EB-117E7223D5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1" name="Line 72">
                  <a:extLst>
                    <a:ext uri="{FF2B5EF4-FFF2-40B4-BE49-F238E27FC236}">
                      <a16:creationId xmlns:a16="http://schemas.microsoft.com/office/drawing/2014/main" id="{44EB22F4-175B-369A-4D9D-E41EFC06C8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2" name="Line 73">
                  <a:extLst>
                    <a:ext uri="{FF2B5EF4-FFF2-40B4-BE49-F238E27FC236}">
                      <a16:creationId xmlns:a16="http://schemas.microsoft.com/office/drawing/2014/main" id="{71AB68B5-9752-E2A5-FB16-1A2043F19C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3" name="Line 74">
                  <a:extLst>
                    <a:ext uri="{FF2B5EF4-FFF2-40B4-BE49-F238E27FC236}">
                      <a16:creationId xmlns:a16="http://schemas.microsoft.com/office/drawing/2014/main" id="{98E1BFE5-6773-80E5-A6E3-ADB55E7697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4" name="Line 75">
                  <a:extLst>
                    <a:ext uri="{FF2B5EF4-FFF2-40B4-BE49-F238E27FC236}">
                      <a16:creationId xmlns:a16="http://schemas.microsoft.com/office/drawing/2014/main" id="{4063F3CB-4FCC-808F-9FD2-C61B8864B4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5" name="Line 76">
                  <a:extLst>
                    <a:ext uri="{FF2B5EF4-FFF2-40B4-BE49-F238E27FC236}">
                      <a16:creationId xmlns:a16="http://schemas.microsoft.com/office/drawing/2014/main" id="{912514D6-9F0D-C017-3895-A160D11953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6" name="Line 77">
                  <a:extLst>
                    <a:ext uri="{FF2B5EF4-FFF2-40B4-BE49-F238E27FC236}">
                      <a16:creationId xmlns:a16="http://schemas.microsoft.com/office/drawing/2014/main" id="{199FF3AC-588B-8AA1-59B1-5274A30BB9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7" name="Line 78">
                  <a:extLst>
                    <a:ext uri="{FF2B5EF4-FFF2-40B4-BE49-F238E27FC236}">
                      <a16:creationId xmlns:a16="http://schemas.microsoft.com/office/drawing/2014/main" id="{356BDCA0-AEB1-934F-116E-7AA08F0E80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38" name="Line 79">
                  <a:extLst>
                    <a:ext uri="{FF2B5EF4-FFF2-40B4-BE49-F238E27FC236}">
                      <a16:creationId xmlns:a16="http://schemas.microsoft.com/office/drawing/2014/main" id="{64E18DF2-1601-F81B-34A6-16E4B0C504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8" name="Group 80">
                <a:extLst>
                  <a:ext uri="{FF2B5EF4-FFF2-40B4-BE49-F238E27FC236}">
                    <a16:creationId xmlns:a16="http://schemas.microsoft.com/office/drawing/2014/main" id="{F4770349-6CEA-A94A-A943-C37F1FB510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2256"/>
                <a:ext cx="384" cy="192"/>
                <a:chOff x="384" y="2640"/>
                <a:chExt cx="384" cy="192"/>
              </a:xfrm>
            </p:grpSpPr>
            <p:sp>
              <p:nvSpPr>
                <p:cNvPr id="35921" name="Line 81">
                  <a:extLst>
                    <a:ext uri="{FF2B5EF4-FFF2-40B4-BE49-F238E27FC236}">
                      <a16:creationId xmlns:a16="http://schemas.microsoft.com/office/drawing/2014/main" id="{BF978B69-87EB-79F4-F34F-33E99D67C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2" name="Line 82">
                  <a:extLst>
                    <a:ext uri="{FF2B5EF4-FFF2-40B4-BE49-F238E27FC236}">
                      <a16:creationId xmlns:a16="http://schemas.microsoft.com/office/drawing/2014/main" id="{02B87A9B-92FC-6711-E51D-72C23D7488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3" name="Line 83">
                  <a:extLst>
                    <a:ext uri="{FF2B5EF4-FFF2-40B4-BE49-F238E27FC236}">
                      <a16:creationId xmlns:a16="http://schemas.microsoft.com/office/drawing/2014/main" id="{8666E52E-C588-CEAA-B7B4-BDF45F4FDF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4" name="Line 84">
                  <a:extLst>
                    <a:ext uri="{FF2B5EF4-FFF2-40B4-BE49-F238E27FC236}">
                      <a16:creationId xmlns:a16="http://schemas.microsoft.com/office/drawing/2014/main" id="{949B9F17-8F21-A630-6C0D-7B574516F7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5" name="Line 85">
                  <a:extLst>
                    <a:ext uri="{FF2B5EF4-FFF2-40B4-BE49-F238E27FC236}">
                      <a16:creationId xmlns:a16="http://schemas.microsoft.com/office/drawing/2014/main" id="{2292D58F-1E70-8B3B-F7A3-5C94208950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6" name="Line 86">
                  <a:extLst>
                    <a:ext uri="{FF2B5EF4-FFF2-40B4-BE49-F238E27FC236}">
                      <a16:creationId xmlns:a16="http://schemas.microsoft.com/office/drawing/2014/main" id="{22781EA2-C782-ADB1-0591-694FACD48D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7" name="Line 87">
                  <a:extLst>
                    <a:ext uri="{FF2B5EF4-FFF2-40B4-BE49-F238E27FC236}">
                      <a16:creationId xmlns:a16="http://schemas.microsoft.com/office/drawing/2014/main" id="{9A3DF120-BDCC-D9CB-5AB8-DDE3968762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8" name="Line 88">
                  <a:extLst>
                    <a:ext uri="{FF2B5EF4-FFF2-40B4-BE49-F238E27FC236}">
                      <a16:creationId xmlns:a16="http://schemas.microsoft.com/office/drawing/2014/main" id="{04E8AD22-D705-3EE2-F076-DFFE29E11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9" name="Line 89">
                  <a:extLst>
                    <a:ext uri="{FF2B5EF4-FFF2-40B4-BE49-F238E27FC236}">
                      <a16:creationId xmlns:a16="http://schemas.microsoft.com/office/drawing/2014/main" id="{96CCBBD3-2C6C-5E80-93A8-5B4993F5D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69" name="Group 90">
                <a:extLst>
                  <a:ext uri="{FF2B5EF4-FFF2-40B4-BE49-F238E27FC236}">
                    <a16:creationId xmlns:a16="http://schemas.microsoft.com/office/drawing/2014/main" id="{65F5A3BB-AF67-3A83-BA7B-6A090E4B4D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256"/>
                <a:ext cx="384" cy="192"/>
                <a:chOff x="384" y="2640"/>
                <a:chExt cx="384" cy="192"/>
              </a:xfrm>
            </p:grpSpPr>
            <p:sp>
              <p:nvSpPr>
                <p:cNvPr id="35912" name="Line 91">
                  <a:extLst>
                    <a:ext uri="{FF2B5EF4-FFF2-40B4-BE49-F238E27FC236}">
                      <a16:creationId xmlns:a16="http://schemas.microsoft.com/office/drawing/2014/main" id="{5E704D12-2851-E708-F42F-3D4D62BC08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3" name="Line 92">
                  <a:extLst>
                    <a:ext uri="{FF2B5EF4-FFF2-40B4-BE49-F238E27FC236}">
                      <a16:creationId xmlns:a16="http://schemas.microsoft.com/office/drawing/2014/main" id="{9E5C52D6-9BF7-6092-9541-A6CE0DD604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4" name="Line 93">
                  <a:extLst>
                    <a:ext uri="{FF2B5EF4-FFF2-40B4-BE49-F238E27FC236}">
                      <a16:creationId xmlns:a16="http://schemas.microsoft.com/office/drawing/2014/main" id="{8EF26A5E-51A6-9AAF-E621-9C450EEC86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5" name="Line 94">
                  <a:extLst>
                    <a:ext uri="{FF2B5EF4-FFF2-40B4-BE49-F238E27FC236}">
                      <a16:creationId xmlns:a16="http://schemas.microsoft.com/office/drawing/2014/main" id="{04B74B70-6528-05B7-4ACF-C62A572F49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6" name="Line 95">
                  <a:extLst>
                    <a:ext uri="{FF2B5EF4-FFF2-40B4-BE49-F238E27FC236}">
                      <a16:creationId xmlns:a16="http://schemas.microsoft.com/office/drawing/2014/main" id="{6C7CA3A3-A0A6-31A6-8FCA-EA6B865999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7" name="Line 96">
                  <a:extLst>
                    <a:ext uri="{FF2B5EF4-FFF2-40B4-BE49-F238E27FC236}">
                      <a16:creationId xmlns:a16="http://schemas.microsoft.com/office/drawing/2014/main" id="{F108A71E-0FCA-EC9B-4A1C-43D2BB34F3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8" name="Line 97">
                  <a:extLst>
                    <a:ext uri="{FF2B5EF4-FFF2-40B4-BE49-F238E27FC236}">
                      <a16:creationId xmlns:a16="http://schemas.microsoft.com/office/drawing/2014/main" id="{D133F7ED-124D-E089-1668-CB6DABDE3A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9" name="Line 98">
                  <a:extLst>
                    <a:ext uri="{FF2B5EF4-FFF2-40B4-BE49-F238E27FC236}">
                      <a16:creationId xmlns:a16="http://schemas.microsoft.com/office/drawing/2014/main" id="{C0C454B3-BE6A-5909-C973-6C57F46D3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0" name="Line 99">
                  <a:extLst>
                    <a:ext uri="{FF2B5EF4-FFF2-40B4-BE49-F238E27FC236}">
                      <a16:creationId xmlns:a16="http://schemas.microsoft.com/office/drawing/2014/main" id="{A4395199-9488-B8C8-1827-C0B8F3931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70" name="Group 100">
                <a:extLst>
                  <a:ext uri="{FF2B5EF4-FFF2-40B4-BE49-F238E27FC236}">
                    <a16:creationId xmlns:a16="http://schemas.microsoft.com/office/drawing/2014/main" id="{13EEE632-47F2-45EA-2EA1-E775A0821F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256"/>
                <a:ext cx="384" cy="192"/>
                <a:chOff x="384" y="2640"/>
                <a:chExt cx="384" cy="192"/>
              </a:xfrm>
            </p:grpSpPr>
            <p:sp>
              <p:nvSpPr>
                <p:cNvPr id="35903" name="Line 101">
                  <a:extLst>
                    <a:ext uri="{FF2B5EF4-FFF2-40B4-BE49-F238E27FC236}">
                      <a16:creationId xmlns:a16="http://schemas.microsoft.com/office/drawing/2014/main" id="{EC2007BD-2783-2A0D-5138-D30E146EE0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4" name="Line 102">
                  <a:extLst>
                    <a:ext uri="{FF2B5EF4-FFF2-40B4-BE49-F238E27FC236}">
                      <a16:creationId xmlns:a16="http://schemas.microsoft.com/office/drawing/2014/main" id="{2CBE2A6C-5692-7978-729C-CE66AF9B2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5" name="Line 103">
                  <a:extLst>
                    <a:ext uri="{FF2B5EF4-FFF2-40B4-BE49-F238E27FC236}">
                      <a16:creationId xmlns:a16="http://schemas.microsoft.com/office/drawing/2014/main" id="{BF199864-D29F-F2EA-2F99-C5290483A2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6" name="Line 104">
                  <a:extLst>
                    <a:ext uri="{FF2B5EF4-FFF2-40B4-BE49-F238E27FC236}">
                      <a16:creationId xmlns:a16="http://schemas.microsoft.com/office/drawing/2014/main" id="{3B93A767-6FE9-0AEF-4012-2DE5EF781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7" name="Line 105">
                  <a:extLst>
                    <a:ext uri="{FF2B5EF4-FFF2-40B4-BE49-F238E27FC236}">
                      <a16:creationId xmlns:a16="http://schemas.microsoft.com/office/drawing/2014/main" id="{D15ED9F0-29CC-AD21-34E7-8FD38A1BFC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8" name="Line 106">
                  <a:extLst>
                    <a:ext uri="{FF2B5EF4-FFF2-40B4-BE49-F238E27FC236}">
                      <a16:creationId xmlns:a16="http://schemas.microsoft.com/office/drawing/2014/main" id="{98C229BC-7A82-A0D7-F38C-69D9111F9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9" name="Line 107">
                  <a:extLst>
                    <a:ext uri="{FF2B5EF4-FFF2-40B4-BE49-F238E27FC236}">
                      <a16:creationId xmlns:a16="http://schemas.microsoft.com/office/drawing/2014/main" id="{1C56EB2D-25EC-EF49-9C4B-A9755D3EF9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0" name="Line 108">
                  <a:extLst>
                    <a:ext uri="{FF2B5EF4-FFF2-40B4-BE49-F238E27FC236}">
                      <a16:creationId xmlns:a16="http://schemas.microsoft.com/office/drawing/2014/main" id="{E1B4A8F8-E507-78A6-DFDD-E352991A0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1" name="Line 109">
                  <a:extLst>
                    <a:ext uri="{FF2B5EF4-FFF2-40B4-BE49-F238E27FC236}">
                      <a16:creationId xmlns:a16="http://schemas.microsoft.com/office/drawing/2014/main" id="{6296EB71-91AD-42F3-878A-7000929DF4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71" name="Group 110">
                <a:extLst>
                  <a:ext uri="{FF2B5EF4-FFF2-40B4-BE49-F238E27FC236}">
                    <a16:creationId xmlns:a16="http://schemas.microsoft.com/office/drawing/2014/main" id="{5EA29F01-3079-D502-1E57-A71339A26E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256"/>
                <a:ext cx="384" cy="192"/>
                <a:chOff x="384" y="2640"/>
                <a:chExt cx="384" cy="192"/>
              </a:xfrm>
            </p:grpSpPr>
            <p:sp>
              <p:nvSpPr>
                <p:cNvPr id="35894" name="Line 111">
                  <a:extLst>
                    <a:ext uri="{FF2B5EF4-FFF2-40B4-BE49-F238E27FC236}">
                      <a16:creationId xmlns:a16="http://schemas.microsoft.com/office/drawing/2014/main" id="{49748AEB-6ADA-71EF-D8AC-74BC9ADC36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5" name="Line 112">
                  <a:extLst>
                    <a:ext uri="{FF2B5EF4-FFF2-40B4-BE49-F238E27FC236}">
                      <a16:creationId xmlns:a16="http://schemas.microsoft.com/office/drawing/2014/main" id="{3F41B19C-9539-EDDE-B5AB-206D88288A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6" name="Line 113">
                  <a:extLst>
                    <a:ext uri="{FF2B5EF4-FFF2-40B4-BE49-F238E27FC236}">
                      <a16:creationId xmlns:a16="http://schemas.microsoft.com/office/drawing/2014/main" id="{9646F738-B618-FA20-47EC-145E344A51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7" name="Line 114">
                  <a:extLst>
                    <a:ext uri="{FF2B5EF4-FFF2-40B4-BE49-F238E27FC236}">
                      <a16:creationId xmlns:a16="http://schemas.microsoft.com/office/drawing/2014/main" id="{D79CB9DA-2EB2-5FDF-A393-3DF73DCC3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8" name="Line 115">
                  <a:extLst>
                    <a:ext uri="{FF2B5EF4-FFF2-40B4-BE49-F238E27FC236}">
                      <a16:creationId xmlns:a16="http://schemas.microsoft.com/office/drawing/2014/main" id="{FD251F67-1872-55C6-5E53-F8439FCD8A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9" name="Line 116">
                  <a:extLst>
                    <a:ext uri="{FF2B5EF4-FFF2-40B4-BE49-F238E27FC236}">
                      <a16:creationId xmlns:a16="http://schemas.microsoft.com/office/drawing/2014/main" id="{2C6F5DC0-0697-D3F1-942B-6B128B0499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0" name="Line 117">
                  <a:extLst>
                    <a:ext uri="{FF2B5EF4-FFF2-40B4-BE49-F238E27FC236}">
                      <a16:creationId xmlns:a16="http://schemas.microsoft.com/office/drawing/2014/main" id="{BA3D1C59-AAB4-7C35-EEB4-270565D6E0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1" name="Line 118">
                  <a:extLst>
                    <a:ext uri="{FF2B5EF4-FFF2-40B4-BE49-F238E27FC236}">
                      <a16:creationId xmlns:a16="http://schemas.microsoft.com/office/drawing/2014/main" id="{8602BE66-D790-DB02-C930-015C8C980F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2" name="Line 119">
                  <a:extLst>
                    <a:ext uri="{FF2B5EF4-FFF2-40B4-BE49-F238E27FC236}">
                      <a16:creationId xmlns:a16="http://schemas.microsoft.com/office/drawing/2014/main" id="{AD9259D4-156C-29DF-10C4-E153AA10DB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872" name="Group 120">
                <a:extLst>
                  <a:ext uri="{FF2B5EF4-FFF2-40B4-BE49-F238E27FC236}">
                    <a16:creationId xmlns:a16="http://schemas.microsoft.com/office/drawing/2014/main" id="{78941ABC-E855-031F-AF10-CE20B392C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4" y="2256"/>
                <a:ext cx="384" cy="192"/>
                <a:chOff x="384" y="2640"/>
                <a:chExt cx="384" cy="192"/>
              </a:xfrm>
            </p:grpSpPr>
            <p:sp>
              <p:nvSpPr>
                <p:cNvPr id="35885" name="Line 121">
                  <a:extLst>
                    <a:ext uri="{FF2B5EF4-FFF2-40B4-BE49-F238E27FC236}">
                      <a16:creationId xmlns:a16="http://schemas.microsoft.com/office/drawing/2014/main" id="{D76E874D-0E8F-8624-30A3-37E3C4653D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86" name="Line 122">
                  <a:extLst>
                    <a:ext uri="{FF2B5EF4-FFF2-40B4-BE49-F238E27FC236}">
                      <a16:creationId xmlns:a16="http://schemas.microsoft.com/office/drawing/2014/main" id="{7A0487B8-4240-7395-AEC0-8445F0649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87" name="Line 123">
                  <a:extLst>
                    <a:ext uri="{FF2B5EF4-FFF2-40B4-BE49-F238E27FC236}">
                      <a16:creationId xmlns:a16="http://schemas.microsoft.com/office/drawing/2014/main" id="{88665BDE-A6FD-F8BD-7F45-C7622D623A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88" name="Line 124">
                  <a:extLst>
                    <a:ext uri="{FF2B5EF4-FFF2-40B4-BE49-F238E27FC236}">
                      <a16:creationId xmlns:a16="http://schemas.microsoft.com/office/drawing/2014/main" id="{45539241-BBE1-2FAA-1793-1871D6753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89" name="Line 125">
                  <a:extLst>
                    <a:ext uri="{FF2B5EF4-FFF2-40B4-BE49-F238E27FC236}">
                      <a16:creationId xmlns:a16="http://schemas.microsoft.com/office/drawing/2014/main" id="{C34F8094-B8A4-D68C-4FC1-E6081E5452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64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0" name="Line 126">
                  <a:extLst>
                    <a:ext uri="{FF2B5EF4-FFF2-40B4-BE49-F238E27FC236}">
                      <a16:creationId xmlns:a16="http://schemas.microsoft.com/office/drawing/2014/main" id="{DDB8DCD9-6BDB-08C5-EC68-1CCDDF7D8E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4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1" name="Line 127">
                  <a:extLst>
                    <a:ext uri="{FF2B5EF4-FFF2-40B4-BE49-F238E27FC236}">
                      <a16:creationId xmlns:a16="http://schemas.microsoft.com/office/drawing/2014/main" id="{B342F572-3A4E-2D59-98F7-332E486CE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2" name="Line 128">
                  <a:extLst>
                    <a:ext uri="{FF2B5EF4-FFF2-40B4-BE49-F238E27FC236}">
                      <a16:creationId xmlns:a16="http://schemas.microsoft.com/office/drawing/2014/main" id="{EE05C010-C162-1EB0-A955-00D0801227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3" name="Line 129">
                  <a:extLst>
                    <a:ext uri="{FF2B5EF4-FFF2-40B4-BE49-F238E27FC236}">
                      <a16:creationId xmlns:a16="http://schemas.microsoft.com/office/drawing/2014/main" id="{441CDB02-BF6E-DB4C-9771-01C290B0FD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264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873" name="Text Box 130">
                <a:extLst>
                  <a:ext uri="{FF2B5EF4-FFF2-40B4-BE49-F238E27FC236}">
                    <a16:creationId xmlns:a16="http://schemas.microsoft.com/office/drawing/2014/main" id="{8144A861-71CC-3B51-BE07-677128DAE6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697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cm</a:t>
                </a:r>
              </a:p>
            </p:txBody>
          </p:sp>
          <p:sp>
            <p:nvSpPr>
              <p:cNvPr id="35874" name="Text Box 131">
                <a:extLst>
                  <a:ext uri="{FF2B5EF4-FFF2-40B4-BE49-F238E27FC236}">
                    <a16:creationId xmlns:a16="http://schemas.microsoft.com/office/drawing/2014/main" id="{E2E37CC0-C941-BFD4-9865-45AE440493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35875" name="Text Box 132">
                <a:extLst>
                  <a:ext uri="{FF2B5EF4-FFF2-40B4-BE49-F238E27FC236}">
                    <a16:creationId xmlns:a16="http://schemas.microsoft.com/office/drawing/2014/main" id="{8E32DA97-57C2-A499-CB40-BA7F6D87B7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35876" name="Text Box 133">
                <a:extLst>
                  <a:ext uri="{FF2B5EF4-FFF2-40B4-BE49-F238E27FC236}">
                    <a16:creationId xmlns:a16="http://schemas.microsoft.com/office/drawing/2014/main" id="{BD05C2AE-9E8E-57D9-7C97-3CBA50D2FB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35877" name="Text Box 134">
                <a:extLst>
                  <a:ext uri="{FF2B5EF4-FFF2-40B4-BE49-F238E27FC236}">
                    <a16:creationId xmlns:a16="http://schemas.microsoft.com/office/drawing/2014/main" id="{A4E47C55-7C6E-0FAD-4DD6-61781C6196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5878" name="Text Box 135">
                <a:extLst>
                  <a:ext uri="{FF2B5EF4-FFF2-40B4-BE49-F238E27FC236}">
                    <a16:creationId xmlns:a16="http://schemas.microsoft.com/office/drawing/2014/main" id="{81C78493-D8A3-2F31-87AC-EFC2DAF0FC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35879" name="Text Box 136">
                <a:extLst>
                  <a:ext uri="{FF2B5EF4-FFF2-40B4-BE49-F238E27FC236}">
                    <a16:creationId xmlns:a16="http://schemas.microsoft.com/office/drawing/2014/main" id="{03E4EDF3-3E88-B29B-0E15-448C4A86FC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5880" name="Text Box 137">
                <a:extLst>
                  <a:ext uri="{FF2B5EF4-FFF2-40B4-BE49-F238E27FC236}">
                    <a16:creationId xmlns:a16="http://schemas.microsoft.com/office/drawing/2014/main" id="{E0D796C8-6E32-C50B-C455-06E737DC68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35881" name="Text Box 138">
                <a:extLst>
                  <a:ext uri="{FF2B5EF4-FFF2-40B4-BE49-F238E27FC236}">
                    <a16:creationId xmlns:a16="http://schemas.microsoft.com/office/drawing/2014/main" id="{4ED017EF-A68D-AAD6-85ED-557E9C532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35882" name="Text Box 139">
                <a:extLst>
                  <a:ext uri="{FF2B5EF4-FFF2-40B4-BE49-F238E27FC236}">
                    <a16:creationId xmlns:a16="http://schemas.microsoft.com/office/drawing/2014/main" id="{EDED8F23-7E4F-2B37-D5E8-D6D1C32F30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35883" name="Text Box 140">
                <a:extLst>
                  <a:ext uri="{FF2B5EF4-FFF2-40B4-BE49-F238E27FC236}">
                    <a16:creationId xmlns:a16="http://schemas.microsoft.com/office/drawing/2014/main" id="{1451FE43-ACFF-9742-1723-CCBC9B5B3F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4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9</a:t>
                </a:r>
              </a:p>
            </p:txBody>
          </p:sp>
          <p:sp>
            <p:nvSpPr>
              <p:cNvPr id="35884" name="Text Box 141">
                <a:extLst>
                  <a:ext uri="{FF2B5EF4-FFF2-40B4-BE49-F238E27FC236}">
                    <a16:creationId xmlns:a16="http://schemas.microsoft.com/office/drawing/2014/main" id="{CC91AB7E-DF28-CA44-644D-59F3C818D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49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chemeClr val="bg1"/>
                    </a:solidFill>
                  </a:rPr>
                  <a:t>10</a:t>
                </a:r>
              </a:p>
            </p:txBody>
          </p:sp>
        </p:grpSp>
        <p:sp>
          <p:nvSpPr>
            <p:cNvPr id="35855" name="Text Box 142">
              <a:extLst>
                <a:ext uri="{FF2B5EF4-FFF2-40B4-BE49-F238E27FC236}">
                  <a16:creationId xmlns:a16="http://schemas.microsoft.com/office/drawing/2014/main" id="{D8ED2FBA-CB1D-23C0-290D-28ECA7112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680"/>
              <a:ext cx="3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</a:rPr>
                <a:t>+</a:t>
              </a:r>
              <a:endParaRPr lang="en-US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35856" name="Text Box 143">
              <a:extLst>
                <a:ext uri="{FF2B5EF4-FFF2-40B4-BE49-F238E27FC236}">
                  <a16:creationId xmlns:a16="http://schemas.microsoft.com/office/drawing/2014/main" id="{E116863C-2861-8ACA-6F87-01A2A4574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51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b="1">
                  <a:solidFill>
                    <a:schemeClr val="bg1"/>
                  </a:solidFill>
                  <a:sym typeface="Wingdings" pitchFamily="2" charset="2"/>
                </a:rPr>
                <a:t>-</a:t>
              </a:r>
              <a:endParaRPr lang="en-US" altLang="en-US" b="1">
                <a:solidFill>
                  <a:schemeClr val="bg1"/>
                </a:solidFill>
              </a:endParaRPr>
            </a:p>
          </p:txBody>
        </p:sp>
        <p:sp>
          <p:nvSpPr>
            <p:cNvPr id="35857" name="Line 144">
              <a:extLst>
                <a:ext uri="{FF2B5EF4-FFF2-40B4-BE49-F238E27FC236}">
                  <a16:creationId xmlns:a16="http://schemas.microsoft.com/office/drawing/2014/main" id="{79482CA7-5610-0253-54C1-57989E9A8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8" name="Line 145">
              <a:extLst>
                <a:ext uri="{FF2B5EF4-FFF2-40B4-BE49-F238E27FC236}">
                  <a16:creationId xmlns:a16="http://schemas.microsoft.com/office/drawing/2014/main" id="{8623FA24-6539-E17B-9D20-1468A4524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1872"/>
              <a:ext cx="2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1346" name="Picture 146" descr="MCAN04187_0000[1]">
            <a:extLst>
              <a:ext uri="{FF2B5EF4-FFF2-40B4-BE49-F238E27FC236}">
                <a16:creationId xmlns:a16="http://schemas.microsoft.com/office/drawing/2014/main" id="{1A480CED-51A8-BE8B-8515-06A67C2D8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4800" y="2901950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47" name="Line 147">
            <a:extLst>
              <a:ext uri="{FF2B5EF4-FFF2-40B4-BE49-F238E27FC236}">
                <a16:creationId xmlns:a16="http://schemas.microsoft.com/office/drawing/2014/main" id="{150E5B55-330B-4A98-6108-5C1702EA1B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801938"/>
            <a:ext cx="38100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348" name="Picture 148" descr="MCAN04187_0000[1]">
            <a:extLst>
              <a:ext uri="{FF2B5EF4-FFF2-40B4-BE49-F238E27FC236}">
                <a16:creationId xmlns:a16="http://schemas.microsoft.com/office/drawing/2014/main" id="{53432073-028F-37D0-2690-39E2698D4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9067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49" name="Line 149">
            <a:extLst>
              <a:ext uri="{FF2B5EF4-FFF2-40B4-BE49-F238E27FC236}">
                <a16:creationId xmlns:a16="http://schemas.microsoft.com/office/drawing/2014/main" id="{ADA86EFD-B7BF-4F4E-C691-5F13A62451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573338"/>
            <a:ext cx="14478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0" name="Text Box 150">
            <a:extLst>
              <a:ext uri="{FF2B5EF4-FFF2-40B4-BE49-F238E27FC236}">
                <a16:creationId xmlns:a16="http://schemas.microsoft.com/office/drawing/2014/main" id="{A263078A-E9E4-155A-DF8F-3BC601972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4526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1 s</a:t>
            </a:r>
          </a:p>
        </p:txBody>
      </p:sp>
      <p:sp>
        <p:nvSpPr>
          <p:cNvPr id="51351" name="Text Box 151">
            <a:extLst>
              <a:ext uri="{FF2B5EF4-FFF2-40B4-BE49-F238E27FC236}">
                <a16:creationId xmlns:a16="http://schemas.microsoft.com/office/drawing/2014/main" id="{9FBE5CF3-7440-E49F-53FE-C09A1D694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4526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2 s</a:t>
            </a:r>
          </a:p>
        </p:txBody>
      </p:sp>
      <p:sp>
        <p:nvSpPr>
          <p:cNvPr id="51352" name="Text Box 152">
            <a:extLst>
              <a:ext uri="{FF2B5EF4-FFF2-40B4-BE49-F238E27FC236}">
                <a16:creationId xmlns:a16="http://schemas.microsoft.com/office/drawing/2014/main" id="{343E9116-3122-981D-5C4D-9101CCE6A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4526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3 s</a:t>
            </a:r>
          </a:p>
        </p:txBody>
      </p:sp>
      <p:sp>
        <p:nvSpPr>
          <p:cNvPr id="51353" name="Text Box 153">
            <a:extLst>
              <a:ext uri="{FF2B5EF4-FFF2-40B4-BE49-F238E27FC236}">
                <a16:creationId xmlns:a16="http://schemas.microsoft.com/office/drawing/2014/main" id="{FC54DB93-7F3F-4CA4-2FB0-E102ED090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4526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4 s</a:t>
            </a:r>
          </a:p>
        </p:txBody>
      </p:sp>
      <p:sp>
        <p:nvSpPr>
          <p:cNvPr id="51354" name="Text Box 154">
            <a:extLst>
              <a:ext uri="{FF2B5EF4-FFF2-40B4-BE49-F238E27FC236}">
                <a16:creationId xmlns:a16="http://schemas.microsoft.com/office/drawing/2014/main" id="{EACEDA37-9254-0A24-66EE-779411A00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4526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chemeClr val="bg1"/>
                </a:solidFill>
              </a:rPr>
              <a:t>5 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-5.78035E-8 L 0.4125 -5.78035E-8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51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-3.69942E-6 L -3.33333E-6 -3.69942E-6 " pathEditMode="relative" rAng="0" ptsTypes="AA">
                                      <p:cBhvr>
                                        <p:cTn id="31" dur="2000" spd="-100000" fill="hold"/>
                                        <p:tgtEl>
                                          <p:spTgt spid="513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bldLvl="5"/>
      <p:bldP spid="51350" grpId="0"/>
      <p:bldP spid="51350" grpId="1"/>
      <p:bldP spid="51351" grpId="0"/>
      <p:bldP spid="51351" grpId="1"/>
      <p:bldP spid="51352" grpId="0"/>
      <p:bldP spid="51352" grpId="1"/>
      <p:bldP spid="51353" grpId="0"/>
      <p:bldP spid="51353" grpId="1"/>
      <p:bldP spid="513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1063-6DF2-0183-A8A0-6EA1BC4DB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1139825"/>
          </a:xfrm>
        </p:spPr>
        <p:txBody>
          <a:bodyPr/>
          <a:lstStyle/>
          <a:p>
            <a:r>
              <a:rPr lang="en-US" dirty="0" err="1"/>
              <a:t>Visualising</a:t>
            </a:r>
            <a:r>
              <a:rPr lang="en-US" dirty="0"/>
              <a:t> motion using distance-time graph and displacement-time graph</a:t>
            </a:r>
          </a:p>
        </p:txBody>
      </p:sp>
    </p:spTree>
    <p:extLst>
      <p:ext uri="{BB962C8B-B14F-4D97-AF65-F5344CB8AC3E}">
        <p14:creationId xmlns:p14="http://schemas.microsoft.com/office/powerpoint/2010/main" val="78112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F3A9-6395-26D5-39D3-4B6464CA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Distance-time graphs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55378E9E-2956-598C-762A-7EFF89832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4281487" cy="440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036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6E3C-9276-E374-F070-4F47DC71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Distance-Time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0C3673-BDED-637A-057B-285C2C6FC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3" y="2590800"/>
            <a:ext cx="8957187" cy="3464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581D05-A0AD-3660-5AB4-02C11604F9A3}"/>
              </a:ext>
            </a:extLst>
          </p:cNvPr>
          <p:cNvSpPr txBox="1"/>
          <p:nvPr/>
        </p:nvSpPr>
        <p:spPr>
          <a:xfrm>
            <a:off x="1143000" y="3276600"/>
            <a:ext cx="2667000" cy="838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34E96-3EA5-CD6B-9D04-7F3446A25751}"/>
              </a:ext>
            </a:extLst>
          </p:cNvPr>
          <p:cNvSpPr txBox="1"/>
          <p:nvPr/>
        </p:nvSpPr>
        <p:spPr>
          <a:xfrm>
            <a:off x="4114800" y="4800600"/>
            <a:ext cx="39624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F9A7D-F9FC-0D59-6F7F-232CF8CF14CF}"/>
              </a:ext>
            </a:extLst>
          </p:cNvPr>
          <p:cNvSpPr txBox="1"/>
          <p:nvPr/>
        </p:nvSpPr>
        <p:spPr>
          <a:xfrm>
            <a:off x="5562600" y="6055560"/>
            <a:ext cx="2873477" cy="838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933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4281-E1F7-94B1-7AF2-7197D827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Velocity from a Displacement-Time graph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7C75B-E98B-8F9D-8B25-293DDEFAB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3" y="2286000"/>
            <a:ext cx="9144000" cy="31636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556729-F0FC-6CBB-2B20-B2E33AA2CC5D}"/>
              </a:ext>
            </a:extLst>
          </p:cNvPr>
          <p:cNvSpPr txBox="1"/>
          <p:nvPr/>
        </p:nvSpPr>
        <p:spPr>
          <a:xfrm>
            <a:off x="6248399" y="3962400"/>
            <a:ext cx="2873477" cy="838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04C68-70DA-5CF4-5EC3-C30A3FDA9612}"/>
              </a:ext>
            </a:extLst>
          </p:cNvPr>
          <p:cNvSpPr txBox="1"/>
          <p:nvPr/>
        </p:nvSpPr>
        <p:spPr>
          <a:xfrm>
            <a:off x="6019800" y="2590800"/>
            <a:ext cx="2971800" cy="838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45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6F28-1E5B-6AF0-F640-5FD9CCF6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Displacement-time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A03BA-0FE4-D7AA-825D-56D20A8F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3" y="1417638"/>
            <a:ext cx="9109587" cy="4549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AAE022-8D89-A667-2E89-2BB6F5973D78}"/>
              </a:ext>
            </a:extLst>
          </p:cNvPr>
          <p:cNvSpPr txBox="1"/>
          <p:nvPr/>
        </p:nvSpPr>
        <p:spPr>
          <a:xfrm>
            <a:off x="339213" y="6096000"/>
            <a:ext cx="853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 the downward slope in the displacement-time graph indicates that it is returning back closer to the start point.</a:t>
            </a:r>
          </a:p>
        </p:txBody>
      </p:sp>
    </p:spTree>
    <p:extLst>
      <p:ext uri="{BB962C8B-B14F-4D97-AF65-F5344CB8AC3E}">
        <p14:creationId xmlns:p14="http://schemas.microsoft.com/office/powerpoint/2010/main" val="1158405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6504-3B1D-4EB7-BF15-154E97D7E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Distance-time graph vs Displacement-time 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4049B-C991-8FC1-2E39-DC2BC1F6E77B}"/>
              </a:ext>
            </a:extLst>
          </p:cNvPr>
          <p:cNvSpPr txBox="1"/>
          <p:nvPr/>
        </p:nvSpPr>
        <p:spPr>
          <a:xfrm>
            <a:off x="152400" y="5440361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 between a distance-time graph and a displacement-time graph of an object going through the same journey.</a:t>
            </a:r>
          </a:p>
          <a:p>
            <a:r>
              <a:rPr lang="en-US" dirty="0"/>
              <a:t>Note the downward slope in the displacement-time graph indicates that it is returning back closer to the start point.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D55073-F730-594A-A8F5-49AF3392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5545"/>
            <a:ext cx="9144000" cy="378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54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D6D64D-EED5-8082-23B6-FBD1B202A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1600"/>
            <a:ext cx="8732521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73209F-7AF3-57D8-FE4A-12BFC5981A03}"/>
              </a:ext>
            </a:extLst>
          </p:cNvPr>
          <p:cNvSpPr txBox="1"/>
          <p:nvPr/>
        </p:nvSpPr>
        <p:spPr>
          <a:xfrm>
            <a:off x="609600" y="2895600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displacement</a:t>
            </a:r>
          </a:p>
        </p:txBody>
      </p:sp>
    </p:spTree>
    <p:extLst>
      <p:ext uri="{BB962C8B-B14F-4D97-AF65-F5344CB8AC3E}">
        <p14:creationId xmlns:p14="http://schemas.microsoft.com/office/powerpoint/2010/main" val="780162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7F73-FEBE-2FCF-DB90-7EBDE19B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Velocity time graphs</a:t>
            </a:r>
          </a:p>
        </p:txBody>
      </p:sp>
      <p:pic>
        <p:nvPicPr>
          <p:cNvPr id="5" name="Picture 4" descr="Velocity-time graphs – S4 Physics Revision">
            <a:extLst>
              <a:ext uri="{FF2B5EF4-FFF2-40B4-BE49-F238E27FC236}">
                <a16:creationId xmlns:a16="http://schemas.microsoft.com/office/drawing/2014/main" id="{16E0B2DF-CE3E-C307-CB4E-363091299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54" b="57503"/>
          <a:stretch>
            <a:fillRect/>
          </a:stretch>
        </p:blipFill>
        <p:spPr bwMode="auto">
          <a:xfrm>
            <a:off x="1829626" y="1752600"/>
            <a:ext cx="5256974" cy="1828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8A908E-8E2B-5DF7-3F06-7BBB19004740}"/>
              </a:ext>
            </a:extLst>
          </p:cNvPr>
          <p:cNvSpPr txBox="1"/>
          <p:nvPr/>
        </p:nvSpPr>
        <p:spPr>
          <a:xfrm>
            <a:off x="2133600" y="3654752"/>
            <a:ext cx="13596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Constant velocity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2EACA-BF8A-9857-B4B2-039E72DA9E27}"/>
              </a:ext>
            </a:extLst>
          </p:cNvPr>
          <p:cNvSpPr txBox="1"/>
          <p:nvPr/>
        </p:nvSpPr>
        <p:spPr>
          <a:xfrm>
            <a:off x="3886200" y="3654752"/>
            <a:ext cx="1359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Constant acceleration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B3D04-452D-1321-1952-318502580244}"/>
              </a:ext>
            </a:extLst>
          </p:cNvPr>
          <p:cNvSpPr txBox="1"/>
          <p:nvPr/>
        </p:nvSpPr>
        <p:spPr>
          <a:xfrm>
            <a:off x="5791200" y="3654751"/>
            <a:ext cx="1104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Constant deceleration</a:t>
            </a:r>
          </a:p>
        </p:txBody>
      </p:sp>
    </p:spTree>
    <p:extLst>
      <p:ext uri="{BB962C8B-B14F-4D97-AF65-F5344CB8AC3E}">
        <p14:creationId xmlns:p14="http://schemas.microsoft.com/office/powerpoint/2010/main" val="3386861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1278-5F0E-13C6-D959-0C08E3EE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AFD39-C64F-5E98-0D22-163248A7E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305800" cy="4530725"/>
          </a:xfrm>
        </p:spPr>
        <p:txBody>
          <a:bodyPr/>
          <a:lstStyle/>
          <a:p>
            <a:r>
              <a:rPr lang="en-US" dirty="0">
                <a:effectLst/>
              </a:rPr>
              <a:t>Acceleration is a vector quantity that describes how quickly an object's velocity changes. It's calculated as the change in velocity divided by the time interval over which that change occurs.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794016"/>
      </p:ext>
    </p:extLst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4477</TotalTime>
  <Words>753</Words>
  <Application>Microsoft Office PowerPoint</Application>
  <PresentationFormat>On-screen Show (4:3)</PresentationFormat>
  <Paragraphs>250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Symbol</vt:lpstr>
      <vt:lpstr>Wingdings</vt:lpstr>
      <vt:lpstr>Orbit</vt:lpstr>
      <vt:lpstr>Distance, Displacement, Speed, and Velocity</vt:lpstr>
      <vt:lpstr>Distance</vt:lpstr>
      <vt:lpstr>Distance</vt:lpstr>
      <vt:lpstr>Distance</vt:lpstr>
      <vt:lpstr>Displacement</vt:lpstr>
      <vt:lpstr>Displacement vs. Distance</vt:lpstr>
      <vt:lpstr>Displacement</vt:lpstr>
      <vt:lpstr>Displacement</vt:lpstr>
      <vt:lpstr>Displacement</vt:lpstr>
      <vt:lpstr>Displacement vs. Distance</vt:lpstr>
      <vt:lpstr>Speed</vt:lpstr>
      <vt:lpstr>Speed</vt:lpstr>
      <vt:lpstr>Speed</vt:lpstr>
      <vt:lpstr>Speed</vt:lpstr>
      <vt:lpstr>Velocity</vt:lpstr>
      <vt:lpstr>Pulling It All Together</vt:lpstr>
      <vt:lpstr>Visualising motion using distance-time graph and displacement-time graph</vt:lpstr>
      <vt:lpstr>Distance-time graphs</vt:lpstr>
      <vt:lpstr>Distance-Time graph</vt:lpstr>
      <vt:lpstr>Understanding Velocity from a Displacement-Time graph </vt:lpstr>
      <vt:lpstr>Displacement-time graph</vt:lpstr>
      <vt:lpstr>Distance-time graph vs Displacement-time graph</vt:lpstr>
      <vt:lpstr>PowerPoint Presentation</vt:lpstr>
      <vt:lpstr>Velocity time graphs</vt:lpstr>
      <vt:lpstr>Acceleration</vt:lpstr>
    </vt:vector>
  </TitlesOfParts>
  <Company>Southern Wayne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Distance, Displacement, Speed, and Velocity</dc:title>
  <dc:creator>Lucas Curtis</dc:creator>
  <cp:lastModifiedBy>Sandya Manojkumar</cp:lastModifiedBy>
  <cp:revision>41</cp:revision>
  <cp:lastPrinted>2015-01-28T13:24:36Z</cp:lastPrinted>
  <dcterms:created xsi:type="dcterms:W3CDTF">2009-01-26T02:58:41Z</dcterms:created>
  <dcterms:modified xsi:type="dcterms:W3CDTF">2025-08-06T09:40:33Z</dcterms:modified>
</cp:coreProperties>
</file>