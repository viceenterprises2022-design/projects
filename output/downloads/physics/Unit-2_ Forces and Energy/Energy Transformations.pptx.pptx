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8" r:id="rId1"/>
    <p:sldMasterId id="2147483696" r:id="rId2"/>
    <p:sldMasterId id="2147483712" r:id="rId3"/>
    <p:sldMasterId id="2147483776" r:id="rId4"/>
  </p:sldMasterIdLst>
  <p:notesMasterIdLst>
    <p:notesMasterId r:id="rId29"/>
  </p:notesMasterIdLst>
  <p:sldIdLst>
    <p:sldId id="314" r:id="rId5"/>
    <p:sldId id="323" r:id="rId6"/>
    <p:sldId id="318" r:id="rId7"/>
    <p:sldId id="319" r:id="rId8"/>
    <p:sldId id="320" r:id="rId9"/>
    <p:sldId id="343" r:id="rId10"/>
    <p:sldId id="322" r:id="rId11"/>
    <p:sldId id="289" r:id="rId12"/>
    <p:sldId id="290" r:id="rId13"/>
    <p:sldId id="339" r:id="rId14"/>
    <p:sldId id="325" r:id="rId15"/>
    <p:sldId id="348" r:id="rId16"/>
    <p:sldId id="326" r:id="rId17"/>
    <p:sldId id="327" r:id="rId18"/>
    <p:sldId id="328" r:id="rId19"/>
    <p:sldId id="330" r:id="rId20"/>
    <p:sldId id="333" r:id="rId21"/>
    <p:sldId id="331" r:id="rId22"/>
    <p:sldId id="334" r:id="rId23"/>
    <p:sldId id="332" r:id="rId24"/>
    <p:sldId id="345" r:id="rId25"/>
    <p:sldId id="346" r:id="rId26"/>
    <p:sldId id="347" r:id="rId27"/>
    <p:sldId id="337" r:id="rId2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autoAdjust="0"/>
    <p:restoredTop sz="94683" autoAdjust="0"/>
  </p:normalViewPr>
  <p:slideViewPr>
    <p:cSldViewPr>
      <p:cViewPr varScale="1">
        <p:scale>
          <a:sx n="86" d="100"/>
          <a:sy n="86" d="100"/>
        </p:scale>
        <p:origin x="186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AA597B-AC93-BB37-00FA-400AAEBE94F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5B3595CE-2F8F-45A7-423A-20CEE3CA546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92151253-4AC4-3A4B-B764-69905D03C28A}" type="datetimeFigureOut">
              <a:rPr lang="en-US"/>
              <a:pPr>
                <a:defRPr/>
              </a:pPr>
              <a:t>10/27/2023</a:t>
            </a:fld>
            <a:endParaRPr lang="en-US"/>
          </a:p>
        </p:txBody>
      </p:sp>
      <p:sp>
        <p:nvSpPr>
          <p:cNvPr id="4" name="Slide Image Placeholder 3">
            <a:extLst>
              <a:ext uri="{FF2B5EF4-FFF2-40B4-BE49-F238E27FC236}">
                <a16:creationId xmlns:a16="http://schemas.microsoft.com/office/drawing/2014/main" id="{F178ABE2-8B63-170D-CF4F-FD610D75FAE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AB73D48-F3BB-E176-7B20-048F0FBF4A11}"/>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A5BAD78-6646-AA90-FDA8-A893DF3147A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2FB1636D-A71A-1563-4854-577D5D460DA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C79177A9-48EA-BC4A-BDF0-4FF3F2BAD02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E4BFDD6D-A938-3530-93E9-24362F893C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44576CE1-EE76-D4EA-9AB3-F7F70535CF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Electrical energy changes into thermal energy when a wire carrying an electric current gets hot</a:t>
            </a:r>
          </a:p>
        </p:txBody>
      </p:sp>
      <p:sp>
        <p:nvSpPr>
          <p:cNvPr id="64516" name="Slide Number Placeholder 3">
            <a:extLst>
              <a:ext uri="{FF2B5EF4-FFF2-40B4-BE49-F238E27FC236}">
                <a16:creationId xmlns:a16="http://schemas.microsoft.com/office/drawing/2014/main" id="{D747D958-7E85-3732-4A14-578771A2496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AC98111-1740-6341-B00A-B450EB717AB5}" type="slidenum">
              <a:rPr lang="en-US" altLang="en-US"/>
              <a:pPr/>
              <a:t>5</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514600"/>
            <a:ext cx="9144000" cy="914400"/>
          </a:xfrm>
        </p:spPr>
        <p:txBody>
          <a:bodyPr/>
          <a:lstStyle>
            <a:lvl1pPr>
              <a:defRPr sz="4800"/>
            </a:lvl1pPr>
          </a:lstStyle>
          <a:p>
            <a:pPr lvl="0"/>
            <a:r>
              <a:rPr lang="en-US" noProof="0"/>
              <a:t>Click to edit Master title style</a:t>
            </a:r>
          </a:p>
        </p:txBody>
      </p:sp>
      <p:sp>
        <p:nvSpPr>
          <p:cNvPr id="3075" name="Rectangle 3"/>
          <p:cNvSpPr>
            <a:spLocks noGrp="1" noChangeArrowheads="1"/>
          </p:cNvSpPr>
          <p:nvPr>
            <p:ph type="subTitle" idx="1"/>
          </p:nvPr>
        </p:nvSpPr>
        <p:spPr>
          <a:xfrm>
            <a:off x="0" y="3479800"/>
            <a:ext cx="9144000" cy="635000"/>
          </a:xfrm>
        </p:spPr>
        <p:txBody>
          <a:bodyPr/>
          <a:lstStyle>
            <a:lvl1pPr marL="0" indent="0" algn="ctr">
              <a:buFontTx/>
              <a:buNone/>
              <a:defRPr/>
            </a:lvl1pPr>
          </a:lstStyle>
          <a:p>
            <a:pPr lvl="0"/>
            <a:r>
              <a:rPr lang="en-US" noProof="0"/>
              <a:t>Click to edit Master subtitle style</a:t>
            </a:r>
          </a:p>
        </p:txBody>
      </p:sp>
      <p:sp>
        <p:nvSpPr>
          <p:cNvPr id="2" name="Rectangle 4">
            <a:extLst>
              <a:ext uri="{FF2B5EF4-FFF2-40B4-BE49-F238E27FC236}">
                <a16:creationId xmlns:a16="http://schemas.microsoft.com/office/drawing/2014/main" id="{BB061D33-6B68-ACD7-5C8D-89A7396EDD9B}"/>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E02BF4EC-CFD7-9F52-49FD-D446A57D027F}"/>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3536CF8-1781-BE3B-88BB-55FABF978D8D}"/>
              </a:ext>
            </a:extLst>
          </p:cNvPr>
          <p:cNvSpPr>
            <a:spLocks noGrp="1" noChangeArrowheads="1"/>
          </p:cNvSpPr>
          <p:nvPr>
            <p:ph type="sldNum" sz="quarter" idx="12"/>
          </p:nvPr>
        </p:nvSpPr>
        <p:spPr/>
        <p:txBody>
          <a:bodyPr/>
          <a:lstStyle>
            <a:lvl1pPr>
              <a:defRPr/>
            </a:lvl1pPr>
          </a:lstStyle>
          <a:p>
            <a:fld id="{881827D6-3E29-234B-8FEE-9F9F68F635BB}" type="slidenum">
              <a:rPr lang="en-US" altLang="en-US"/>
              <a:pPr/>
              <a:t>‹#›</a:t>
            </a:fld>
            <a:endParaRPr lang="en-US" altLang="en-US"/>
          </a:p>
        </p:txBody>
      </p:sp>
    </p:spTree>
    <p:extLst>
      <p:ext uri="{BB962C8B-B14F-4D97-AF65-F5344CB8AC3E}">
        <p14:creationId xmlns:p14="http://schemas.microsoft.com/office/powerpoint/2010/main" val="2585771697"/>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F55B9CE-9C19-18BB-EFEE-AC6419AD8DB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DBC1879-6A9C-EB7D-99BF-91A25F516A0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A390656-636F-90CB-F531-F2A7FDD83147}"/>
              </a:ext>
            </a:extLst>
          </p:cNvPr>
          <p:cNvSpPr>
            <a:spLocks noGrp="1" noChangeArrowheads="1"/>
          </p:cNvSpPr>
          <p:nvPr>
            <p:ph type="sldNum" sz="quarter" idx="12"/>
          </p:nvPr>
        </p:nvSpPr>
        <p:spPr>
          <a:ln/>
        </p:spPr>
        <p:txBody>
          <a:bodyPr/>
          <a:lstStyle>
            <a:lvl1pPr>
              <a:defRPr/>
            </a:lvl1pPr>
          </a:lstStyle>
          <a:p>
            <a:fld id="{DEA7DE1C-6BAF-554B-AF8A-F818BE2A79E7}" type="slidenum">
              <a:rPr lang="en-US" altLang="en-US"/>
              <a:pPr/>
              <a:t>‹#›</a:t>
            </a:fld>
            <a:endParaRPr lang="en-US" altLang="en-US"/>
          </a:p>
        </p:txBody>
      </p:sp>
    </p:spTree>
    <p:extLst>
      <p:ext uri="{BB962C8B-B14F-4D97-AF65-F5344CB8AC3E}">
        <p14:creationId xmlns:p14="http://schemas.microsoft.com/office/powerpoint/2010/main" val="3638466323"/>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53C48ED4-2A10-CCC1-7ED0-F24D51DB8E0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D58B5B3-78C4-85A1-6E14-FE6109543A1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DD52394-5226-6642-29E0-A53BB203A9F2}"/>
              </a:ext>
            </a:extLst>
          </p:cNvPr>
          <p:cNvSpPr>
            <a:spLocks noGrp="1" noChangeArrowheads="1"/>
          </p:cNvSpPr>
          <p:nvPr>
            <p:ph type="sldNum" sz="quarter" idx="12"/>
          </p:nvPr>
        </p:nvSpPr>
        <p:spPr>
          <a:ln/>
        </p:spPr>
        <p:txBody>
          <a:bodyPr/>
          <a:lstStyle>
            <a:lvl1pPr>
              <a:defRPr/>
            </a:lvl1pPr>
          </a:lstStyle>
          <a:p>
            <a:fld id="{4E078E14-6C6B-6D48-95C8-DA5C8091C21B}" type="slidenum">
              <a:rPr lang="en-US" altLang="en-US"/>
              <a:pPr/>
              <a:t>‹#›</a:t>
            </a:fld>
            <a:endParaRPr lang="en-US" altLang="en-US"/>
          </a:p>
        </p:txBody>
      </p:sp>
    </p:spTree>
    <p:extLst>
      <p:ext uri="{BB962C8B-B14F-4D97-AF65-F5344CB8AC3E}">
        <p14:creationId xmlns:p14="http://schemas.microsoft.com/office/powerpoint/2010/main" val="3806051332"/>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1600" y="762000"/>
            <a:ext cx="3810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4000" y="762000"/>
            <a:ext cx="3810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333BC2B-9FC2-A6DD-ACFF-A192030A28D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481B974-E984-8807-EE1F-843E7A3BD1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E3977F3-CF3C-05E3-C442-59C5551BBC1C}"/>
              </a:ext>
            </a:extLst>
          </p:cNvPr>
          <p:cNvSpPr>
            <a:spLocks noGrp="1" noChangeArrowheads="1"/>
          </p:cNvSpPr>
          <p:nvPr>
            <p:ph type="sldNum" sz="quarter" idx="12"/>
          </p:nvPr>
        </p:nvSpPr>
        <p:spPr>
          <a:ln/>
        </p:spPr>
        <p:txBody>
          <a:bodyPr/>
          <a:lstStyle>
            <a:lvl1pPr>
              <a:defRPr/>
            </a:lvl1pPr>
          </a:lstStyle>
          <a:p>
            <a:fld id="{0D9FC4F2-192A-AB41-A9DA-3A33E8589A8A}" type="slidenum">
              <a:rPr lang="en-US" altLang="en-US"/>
              <a:pPr/>
              <a:t>‹#›</a:t>
            </a:fld>
            <a:endParaRPr lang="en-US" altLang="en-US"/>
          </a:p>
        </p:txBody>
      </p:sp>
    </p:spTree>
    <p:extLst>
      <p:ext uri="{BB962C8B-B14F-4D97-AF65-F5344CB8AC3E}">
        <p14:creationId xmlns:p14="http://schemas.microsoft.com/office/powerpoint/2010/main" val="2376073097"/>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9B0A8C0-2618-0816-DA24-6DAA63A805A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607C537E-C1F3-9883-A082-179DD7D025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AD5BA912-C910-5974-87F5-3F856784AA7B}"/>
              </a:ext>
            </a:extLst>
          </p:cNvPr>
          <p:cNvSpPr>
            <a:spLocks noGrp="1" noChangeArrowheads="1"/>
          </p:cNvSpPr>
          <p:nvPr>
            <p:ph type="sldNum" sz="quarter" idx="12"/>
          </p:nvPr>
        </p:nvSpPr>
        <p:spPr>
          <a:ln/>
        </p:spPr>
        <p:txBody>
          <a:bodyPr/>
          <a:lstStyle>
            <a:lvl1pPr>
              <a:defRPr/>
            </a:lvl1pPr>
          </a:lstStyle>
          <a:p>
            <a:fld id="{551D3DDD-FA89-D84F-93E1-3F02DD695E18}" type="slidenum">
              <a:rPr lang="en-US" altLang="en-US"/>
              <a:pPr/>
              <a:t>‹#›</a:t>
            </a:fld>
            <a:endParaRPr lang="en-US" altLang="en-US"/>
          </a:p>
        </p:txBody>
      </p:sp>
    </p:spTree>
    <p:extLst>
      <p:ext uri="{BB962C8B-B14F-4D97-AF65-F5344CB8AC3E}">
        <p14:creationId xmlns:p14="http://schemas.microsoft.com/office/powerpoint/2010/main" val="1356429932"/>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6A94FE0-71F3-BAA6-3BAA-C6CC440CB3F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AAB2C6C-C585-CF72-0E28-E71B8B4D83E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462FFE3-CC30-C9C8-FE81-4E3F9DA20395}"/>
              </a:ext>
            </a:extLst>
          </p:cNvPr>
          <p:cNvSpPr>
            <a:spLocks noGrp="1" noChangeArrowheads="1"/>
          </p:cNvSpPr>
          <p:nvPr>
            <p:ph type="sldNum" sz="quarter" idx="12"/>
          </p:nvPr>
        </p:nvSpPr>
        <p:spPr>
          <a:ln/>
        </p:spPr>
        <p:txBody>
          <a:bodyPr/>
          <a:lstStyle>
            <a:lvl1pPr>
              <a:defRPr/>
            </a:lvl1pPr>
          </a:lstStyle>
          <a:p>
            <a:fld id="{CE49C362-EB8B-8F4C-8A36-5A36BCE48090}" type="slidenum">
              <a:rPr lang="en-US" altLang="en-US"/>
              <a:pPr/>
              <a:t>‹#›</a:t>
            </a:fld>
            <a:endParaRPr lang="en-US" altLang="en-US"/>
          </a:p>
        </p:txBody>
      </p:sp>
    </p:spTree>
    <p:extLst>
      <p:ext uri="{BB962C8B-B14F-4D97-AF65-F5344CB8AC3E}">
        <p14:creationId xmlns:p14="http://schemas.microsoft.com/office/powerpoint/2010/main" val="15792900"/>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7476B46-E449-3F8D-6E8D-34AF4A426B6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D0445ECF-2DCD-60D5-FD4C-DB3076C6647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348C102B-8ADB-33D4-F904-3E117C19F540}"/>
              </a:ext>
            </a:extLst>
          </p:cNvPr>
          <p:cNvSpPr>
            <a:spLocks noGrp="1" noChangeArrowheads="1"/>
          </p:cNvSpPr>
          <p:nvPr>
            <p:ph type="sldNum" sz="quarter" idx="12"/>
          </p:nvPr>
        </p:nvSpPr>
        <p:spPr>
          <a:ln/>
        </p:spPr>
        <p:txBody>
          <a:bodyPr/>
          <a:lstStyle>
            <a:lvl1pPr>
              <a:defRPr/>
            </a:lvl1pPr>
          </a:lstStyle>
          <a:p>
            <a:fld id="{D5CE0429-A623-7046-A5FE-34AD004C3C00}" type="slidenum">
              <a:rPr lang="en-US" altLang="en-US"/>
              <a:pPr/>
              <a:t>‹#›</a:t>
            </a:fld>
            <a:endParaRPr lang="en-US" altLang="en-US"/>
          </a:p>
        </p:txBody>
      </p:sp>
    </p:spTree>
    <p:extLst>
      <p:ext uri="{BB962C8B-B14F-4D97-AF65-F5344CB8AC3E}">
        <p14:creationId xmlns:p14="http://schemas.microsoft.com/office/powerpoint/2010/main" val="694836175"/>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EEBC942-621F-4B74-2FE7-F0203BFE50A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E6E0798-52E0-07AE-0CFA-C1D585F1F36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E54ABF8-4E5D-C1F7-2F89-6648852FFFB3}"/>
              </a:ext>
            </a:extLst>
          </p:cNvPr>
          <p:cNvSpPr>
            <a:spLocks noGrp="1" noChangeArrowheads="1"/>
          </p:cNvSpPr>
          <p:nvPr>
            <p:ph type="sldNum" sz="quarter" idx="12"/>
          </p:nvPr>
        </p:nvSpPr>
        <p:spPr>
          <a:ln/>
        </p:spPr>
        <p:txBody>
          <a:bodyPr/>
          <a:lstStyle>
            <a:lvl1pPr>
              <a:defRPr/>
            </a:lvl1pPr>
          </a:lstStyle>
          <a:p>
            <a:fld id="{3B2BBE75-AF5B-D649-A80C-9E2AE28BC7C1}" type="slidenum">
              <a:rPr lang="en-US" altLang="en-US"/>
              <a:pPr/>
              <a:t>‹#›</a:t>
            </a:fld>
            <a:endParaRPr lang="en-US" altLang="en-US"/>
          </a:p>
        </p:txBody>
      </p:sp>
    </p:spTree>
    <p:extLst>
      <p:ext uri="{BB962C8B-B14F-4D97-AF65-F5344CB8AC3E}">
        <p14:creationId xmlns:p14="http://schemas.microsoft.com/office/powerpoint/2010/main" val="2318861292"/>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6EC5C56-6949-F01E-BC5F-AADBB8B73F4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A13E018-974B-C3C8-5E91-FC12C583008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E570640-C7E1-3F36-05B6-ECD850E4912E}"/>
              </a:ext>
            </a:extLst>
          </p:cNvPr>
          <p:cNvSpPr>
            <a:spLocks noGrp="1" noChangeArrowheads="1"/>
          </p:cNvSpPr>
          <p:nvPr>
            <p:ph type="sldNum" sz="quarter" idx="12"/>
          </p:nvPr>
        </p:nvSpPr>
        <p:spPr>
          <a:ln/>
        </p:spPr>
        <p:txBody>
          <a:bodyPr/>
          <a:lstStyle>
            <a:lvl1pPr>
              <a:defRPr/>
            </a:lvl1pPr>
          </a:lstStyle>
          <a:p>
            <a:fld id="{D15BEAC1-1913-914F-B0A8-DF925DE4735B}" type="slidenum">
              <a:rPr lang="en-US" altLang="en-US"/>
              <a:pPr/>
              <a:t>‹#›</a:t>
            </a:fld>
            <a:endParaRPr lang="en-US" altLang="en-US"/>
          </a:p>
        </p:txBody>
      </p:sp>
    </p:spTree>
    <p:extLst>
      <p:ext uri="{BB962C8B-B14F-4D97-AF65-F5344CB8AC3E}">
        <p14:creationId xmlns:p14="http://schemas.microsoft.com/office/powerpoint/2010/main" val="336347094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F3F494C-7A8E-A3FE-EB31-59079F99872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510E8E7-9663-8743-A89A-90F1DBE782F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853E928-EDD3-F02E-CA92-B4FDFAA5B5A0}"/>
              </a:ext>
            </a:extLst>
          </p:cNvPr>
          <p:cNvSpPr>
            <a:spLocks noGrp="1" noChangeArrowheads="1"/>
          </p:cNvSpPr>
          <p:nvPr>
            <p:ph type="sldNum" sz="quarter" idx="12"/>
          </p:nvPr>
        </p:nvSpPr>
        <p:spPr>
          <a:ln/>
        </p:spPr>
        <p:txBody>
          <a:bodyPr/>
          <a:lstStyle>
            <a:lvl1pPr>
              <a:defRPr/>
            </a:lvl1pPr>
          </a:lstStyle>
          <a:p>
            <a:fld id="{F77F8060-8ED7-0649-8E61-7C843797EB0B}" type="slidenum">
              <a:rPr lang="en-US" altLang="en-US"/>
              <a:pPr/>
              <a:t>‹#›</a:t>
            </a:fld>
            <a:endParaRPr lang="en-US" altLang="en-US"/>
          </a:p>
        </p:txBody>
      </p:sp>
    </p:spTree>
    <p:extLst>
      <p:ext uri="{BB962C8B-B14F-4D97-AF65-F5344CB8AC3E}">
        <p14:creationId xmlns:p14="http://schemas.microsoft.com/office/powerpoint/2010/main" val="2292128388"/>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477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47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ED97376-8433-25C5-DB7E-746C2E8EC24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D8380D9-BE26-3662-6203-C04447CF745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E5F101C-E2E2-4638-5556-4C07A6E2C3C2}"/>
              </a:ext>
            </a:extLst>
          </p:cNvPr>
          <p:cNvSpPr>
            <a:spLocks noGrp="1" noChangeArrowheads="1"/>
          </p:cNvSpPr>
          <p:nvPr>
            <p:ph type="sldNum" sz="quarter" idx="12"/>
          </p:nvPr>
        </p:nvSpPr>
        <p:spPr>
          <a:ln/>
        </p:spPr>
        <p:txBody>
          <a:bodyPr/>
          <a:lstStyle>
            <a:lvl1pPr>
              <a:defRPr/>
            </a:lvl1pPr>
          </a:lstStyle>
          <a:p>
            <a:fld id="{6B5297E5-E9CB-A842-8213-1E562A8402EA}" type="slidenum">
              <a:rPr lang="en-US" altLang="en-US"/>
              <a:pPr/>
              <a:t>‹#›</a:t>
            </a:fld>
            <a:endParaRPr lang="en-US" altLang="en-US"/>
          </a:p>
        </p:txBody>
      </p:sp>
    </p:spTree>
    <p:extLst>
      <p:ext uri="{BB962C8B-B14F-4D97-AF65-F5344CB8AC3E}">
        <p14:creationId xmlns:p14="http://schemas.microsoft.com/office/powerpoint/2010/main" val="1056040794"/>
      </p:ext>
    </p:extLst>
  </p:cSld>
  <p:clrMapOvr>
    <a:masterClrMapping/>
  </p:clrMapOvr>
  <p:transition spd="slow">
    <p:blinds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quarter" idx="1"/>
          </p:nvPr>
        </p:nvSpPr>
        <p:spPr>
          <a:xfrm>
            <a:off x="13716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3716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half" idx="3"/>
          </p:nvPr>
        </p:nvSpPr>
        <p:spPr>
          <a:xfrm>
            <a:off x="53340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7CBFE9EF-1F21-D3FC-0044-00A4E3FD5ECD}"/>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0530BB93-8BB7-5FCE-01EC-DB00291901D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5977EFCB-2650-54FE-1A6E-22BDD1D2C14C}"/>
              </a:ext>
            </a:extLst>
          </p:cNvPr>
          <p:cNvSpPr>
            <a:spLocks noGrp="1" noChangeArrowheads="1"/>
          </p:cNvSpPr>
          <p:nvPr>
            <p:ph type="sldNum" sz="quarter" idx="12"/>
          </p:nvPr>
        </p:nvSpPr>
        <p:spPr>
          <a:ln/>
        </p:spPr>
        <p:txBody>
          <a:bodyPr/>
          <a:lstStyle>
            <a:lvl1pPr>
              <a:defRPr/>
            </a:lvl1pPr>
          </a:lstStyle>
          <a:p>
            <a:fld id="{9DFDAB25-0AD8-DA4C-9C39-6C0C42216B00}" type="slidenum">
              <a:rPr lang="en-US" altLang="en-US"/>
              <a:pPr/>
              <a:t>‹#›</a:t>
            </a:fld>
            <a:endParaRPr lang="en-US" altLang="en-US"/>
          </a:p>
        </p:txBody>
      </p:sp>
    </p:spTree>
    <p:extLst>
      <p:ext uri="{BB962C8B-B14F-4D97-AF65-F5344CB8AC3E}">
        <p14:creationId xmlns:p14="http://schemas.microsoft.com/office/powerpoint/2010/main" val="3046509793"/>
      </p:ext>
    </p:extLst>
  </p:cSld>
  <p:clrMapOvr>
    <a:masterClrMapping/>
  </p:clrMapOvr>
  <p:transition spd="slow">
    <p:blinds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Text Placeholder 2"/>
          <p:cNvSpPr>
            <a:spLocks noGrp="1"/>
          </p:cNvSpPr>
          <p:nvPr>
            <p:ph type="body" sz="half" idx="1"/>
          </p:nvPr>
        </p:nvSpPr>
        <p:spPr>
          <a:xfrm>
            <a:off x="13716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3340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3340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2DC7AEB1-18F0-A433-2ABC-44F02996426A}"/>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F3F0A4D0-C09C-3D58-6912-6A97AB62E5C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E7EFFD52-C60A-1746-E137-49658E7852F9}"/>
              </a:ext>
            </a:extLst>
          </p:cNvPr>
          <p:cNvSpPr>
            <a:spLocks noGrp="1" noChangeArrowheads="1"/>
          </p:cNvSpPr>
          <p:nvPr>
            <p:ph type="sldNum" sz="quarter" idx="12"/>
          </p:nvPr>
        </p:nvSpPr>
        <p:spPr>
          <a:ln/>
        </p:spPr>
        <p:txBody>
          <a:bodyPr/>
          <a:lstStyle>
            <a:lvl1pPr>
              <a:defRPr/>
            </a:lvl1pPr>
          </a:lstStyle>
          <a:p>
            <a:fld id="{DA516683-A5B9-0449-A8C4-7606CDB78FC5}" type="slidenum">
              <a:rPr lang="en-US" altLang="en-US"/>
              <a:pPr/>
              <a:t>‹#›</a:t>
            </a:fld>
            <a:endParaRPr lang="en-US" altLang="en-US"/>
          </a:p>
        </p:txBody>
      </p:sp>
    </p:spTree>
    <p:extLst>
      <p:ext uri="{BB962C8B-B14F-4D97-AF65-F5344CB8AC3E}">
        <p14:creationId xmlns:p14="http://schemas.microsoft.com/office/powerpoint/2010/main" val="2610712924"/>
      </p:ext>
    </p:extLst>
  </p:cSld>
  <p:clrMapOvr>
    <a:masterClrMapping/>
  </p:clrMapOvr>
  <p:transition spd="slow">
    <p:blinds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quarter" idx="1"/>
          </p:nvPr>
        </p:nvSpPr>
        <p:spPr>
          <a:xfrm>
            <a:off x="13716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3716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53340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4ACD9A0A-F682-74C6-88AB-D00F334A4842}"/>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2F5CEDA9-97A5-B0E7-94A7-37D4A245BB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67673E63-CCB8-7F4B-EBB9-893304E589EA}"/>
              </a:ext>
            </a:extLst>
          </p:cNvPr>
          <p:cNvSpPr>
            <a:spLocks noGrp="1" noChangeArrowheads="1"/>
          </p:cNvSpPr>
          <p:nvPr>
            <p:ph type="sldNum" sz="quarter" idx="12"/>
          </p:nvPr>
        </p:nvSpPr>
        <p:spPr>
          <a:ln/>
        </p:spPr>
        <p:txBody>
          <a:bodyPr/>
          <a:lstStyle>
            <a:lvl1pPr>
              <a:defRPr/>
            </a:lvl1pPr>
          </a:lstStyle>
          <a:p>
            <a:fld id="{BE10A46E-EB64-764B-B271-1197C20BCECE}" type="slidenum">
              <a:rPr lang="en-US" altLang="en-US"/>
              <a:pPr/>
              <a:t>‹#›</a:t>
            </a:fld>
            <a:endParaRPr lang="en-US" altLang="en-US"/>
          </a:p>
        </p:txBody>
      </p:sp>
    </p:spTree>
    <p:extLst>
      <p:ext uri="{BB962C8B-B14F-4D97-AF65-F5344CB8AC3E}">
        <p14:creationId xmlns:p14="http://schemas.microsoft.com/office/powerpoint/2010/main" val="664755912"/>
      </p:ext>
    </p:extLst>
  </p:cSld>
  <p:clrMapOvr>
    <a:masterClrMapping/>
  </p:clrMapOvr>
  <p:transition spd="slow">
    <p:blinds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half" idx="1"/>
          </p:nvPr>
        </p:nvSpPr>
        <p:spPr>
          <a:xfrm>
            <a:off x="1371600" y="762000"/>
            <a:ext cx="77724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371600" y="3695700"/>
            <a:ext cx="77724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E3293E7-14DD-95F4-69DE-2BBB1642DB1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A7DD93E-058B-BDFD-478F-5DEF5F28747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CC6D979-0E74-E563-E519-EDA466CA2FD7}"/>
              </a:ext>
            </a:extLst>
          </p:cNvPr>
          <p:cNvSpPr>
            <a:spLocks noGrp="1" noChangeArrowheads="1"/>
          </p:cNvSpPr>
          <p:nvPr>
            <p:ph type="sldNum" sz="quarter" idx="12"/>
          </p:nvPr>
        </p:nvSpPr>
        <p:spPr>
          <a:ln/>
        </p:spPr>
        <p:txBody>
          <a:bodyPr/>
          <a:lstStyle>
            <a:lvl1pPr>
              <a:defRPr/>
            </a:lvl1pPr>
          </a:lstStyle>
          <a:p>
            <a:fld id="{4A7DC5FA-AED6-EC41-867F-3F69EECC9C92}" type="slidenum">
              <a:rPr lang="en-US" altLang="en-US"/>
              <a:pPr/>
              <a:t>‹#›</a:t>
            </a:fld>
            <a:endParaRPr lang="en-US" altLang="en-US"/>
          </a:p>
        </p:txBody>
      </p:sp>
    </p:spTree>
    <p:extLst>
      <p:ext uri="{BB962C8B-B14F-4D97-AF65-F5344CB8AC3E}">
        <p14:creationId xmlns:p14="http://schemas.microsoft.com/office/powerpoint/2010/main" val="1944800882"/>
      </p:ext>
    </p:extLst>
  </p:cSld>
  <p:clrMapOvr>
    <a:masterClrMapping/>
  </p:clrMapOvr>
  <p:transition spd="slow">
    <p:blinds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514600"/>
            <a:ext cx="9144000" cy="914400"/>
          </a:xfrm>
        </p:spPr>
        <p:txBody>
          <a:bodyPr/>
          <a:lstStyle>
            <a:lvl1pPr>
              <a:defRPr sz="4800"/>
            </a:lvl1pPr>
          </a:lstStyle>
          <a:p>
            <a:pPr lvl="0"/>
            <a:r>
              <a:rPr lang="en-US" noProof="0"/>
              <a:t>Click to edit Master title style</a:t>
            </a:r>
          </a:p>
        </p:txBody>
      </p:sp>
      <p:sp>
        <p:nvSpPr>
          <p:cNvPr id="3075" name="Rectangle 3"/>
          <p:cNvSpPr>
            <a:spLocks noGrp="1" noChangeArrowheads="1"/>
          </p:cNvSpPr>
          <p:nvPr>
            <p:ph type="subTitle" idx="1"/>
          </p:nvPr>
        </p:nvSpPr>
        <p:spPr>
          <a:xfrm>
            <a:off x="0" y="3479800"/>
            <a:ext cx="9144000" cy="635000"/>
          </a:xfrm>
        </p:spPr>
        <p:txBody>
          <a:bodyPr/>
          <a:lstStyle>
            <a:lvl1pPr marL="0" indent="0" algn="ctr">
              <a:buFontTx/>
              <a:buNone/>
              <a:defRPr/>
            </a:lvl1pPr>
          </a:lstStyle>
          <a:p>
            <a:pPr lvl="0"/>
            <a:r>
              <a:rPr lang="en-US" noProof="0"/>
              <a:t>Click to edit Master subtitle style</a:t>
            </a:r>
          </a:p>
        </p:txBody>
      </p:sp>
      <p:sp>
        <p:nvSpPr>
          <p:cNvPr id="2" name="Rectangle 4">
            <a:extLst>
              <a:ext uri="{FF2B5EF4-FFF2-40B4-BE49-F238E27FC236}">
                <a16:creationId xmlns:a16="http://schemas.microsoft.com/office/drawing/2014/main" id="{5D0F9BE3-34C8-F06E-00A2-EAA1A12EF7C2}"/>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3EA091F-D2CA-74D4-1C84-53487B2D23ED}"/>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FCAE4F4-B9BF-433A-9E7D-70FBE78268B7}"/>
              </a:ext>
            </a:extLst>
          </p:cNvPr>
          <p:cNvSpPr>
            <a:spLocks noGrp="1" noChangeArrowheads="1"/>
          </p:cNvSpPr>
          <p:nvPr>
            <p:ph type="sldNum" sz="quarter" idx="12"/>
          </p:nvPr>
        </p:nvSpPr>
        <p:spPr/>
        <p:txBody>
          <a:bodyPr/>
          <a:lstStyle>
            <a:lvl1pPr>
              <a:defRPr/>
            </a:lvl1pPr>
          </a:lstStyle>
          <a:p>
            <a:fld id="{E18311D8-0480-FB4E-96A3-A09DD763BD7D}" type="slidenum">
              <a:rPr lang="en-US" altLang="en-US"/>
              <a:pPr/>
              <a:t>‹#›</a:t>
            </a:fld>
            <a:endParaRPr lang="en-US" altLang="en-US"/>
          </a:p>
        </p:txBody>
      </p:sp>
    </p:spTree>
    <p:extLst>
      <p:ext uri="{BB962C8B-B14F-4D97-AF65-F5344CB8AC3E}">
        <p14:creationId xmlns:p14="http://schemas.microsoft.com/office/powerpoint/2010/main" val="2346795186"/>
      </p:ext>
    </p:extLst>
  </p:cSld>
  <p:clrMapOvr>
    <a:masterClrMapping/>
  </p:clrMapOvr>
  <p:transition spd="slow">
    <p:blinds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56C0DEB-543A-0FFB-410F-66A3EAA7FA7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819ED6E-ADE8-FDBE-62A8-80871FAF2E0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4982C74-0364-2BD6-870B-0DC2E86D6AE6}"/>
              </a:ext>
            </a:extLst>
          </p:cNvPr>
          <p:cNvSpPr>
            <a:spLocks noGrp="1" noChangeArrowheads="1"/>
          </p:cNvSpPr>
          <p:nvPr>
            <p:ph type="sldNum" sz="quarter" idx="12"/>
          </p:nvPr>
        </p:nvSpPr>
        <p:spPr>
          <a:ln/>
        </p:spPr>
        <p:txBody>
          <a:bodyPr/>
          <a:lstStyle>
            <a:lvl1pPr>
              <a:defRPr/>
            </a:lvl1pPr>
          </a:lstStyle>
          <a:p>
            <a:fld id="{31E7F995-A888-FB4B-B911-26894C292C2D}" type="slidenum">
              <a:rPr lang="en-US" altLang="en-US"/>
              <a:pPr/>
              <a:t>‹#›</a:t>
            </a:fld>
            <a:endParaRPr lang="en-US" altLang="en-US"/>
          </a:p>
        </p:txBody>
      </p:sp>
    </p:spTree>
    <p:extLst>
      <p:ext uri="{BB962C8B-B14F-4D97-AF65-F5344CB8AC3E}">
        <p14:creationId xmlns:p14="http://schemas.microsoft.com/office/powerpoint/2010/main" val="3610654738"/>
      </p:ext>
    </p:extLst>
  </p:cSld>
  <p:clrMapOvr>
    <a:masterClrMapping/>
  </p:clrMapOvr>
  <p:transition spd="slow">
    <p:blinds dir="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6C25CF93-8DA3-CFD5-74B8-057F37D0CE0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C1BC168-9F85-6C20-698F-BD334ACF7D8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B84953F-989F-8839-7A6C-29D4D2C8D056}"/>
              </a:ext>
            </a:extLst>
          </p:cNvPr>
          <p:cNvSpPr>
            <a:spLocks noGrp="1" noChangeArrowheads="1"/>
          </p:cNvSpPr>
          <p:nvPr>
            <p:ph type="sldNum" sz="quarter" idx="12"/>
          </p:nvPr>
        </p:nvSpPr>
        <p:spPr>
          <a:ln/>
        </p:spPr>
        <p:txBody>
          <a:bodyPr/>
          <a:lstStyle>
            <a:lvl1pPr>
              <a:defRPr/>
            </a:lvl1pPr>
          </a:lstStyle>
          <a:p>
            <a:fld id="{FBA06DC9-AB63-8E42-9264-E7B0F1BA9028}" type="slidenum">
              <a:rPr lang="en-US" altLang="en-US"/>
              <a:pPr/>
              <a:t>‹#›</a:t>
            </a:fld>
            <a:endParaRPr lang="en-US" altLang="en-US"/>
          </a:p>
        </p:txBody>
      </p:sp>
    </p:spTree>
    <p:extLst>
      <p:ext uri="{BB962C8B-B14F-4D97-AF65-F5344CB8AC3E}">
        <p14:creationId xmlns:p14="http://schemas.microsoft.com/office/powerpoint/2010/main" val="3704353093"/>
      </p:ext>
    </p:extLst>
  </p:cSld>
  <p:clrMapOvr>
    <a:masterClrMapping/>
  </p:clrMapOvr>
  <p:transition spd="slow">
    <p:blinds dir="vert"/>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1600" y="762000"/>
            <a:ext cx="3810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4000" y="762000"/>
            <a:ext cx="3810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13378D5-D641-15B3-3502-6C78FCE4967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73AEEA8-9645-5F8C-4F9C-9CBD805F539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9C75576-F067-8093-7D3B-6D92DDB96564}"/>
              </a:ext>
            </a:extLst>
          </p:cNvPr>
          <p:cNvSpPr>
            <a:spLocks noGrp="1" noChangeArrowheads="1"/>
          </p:cNvSpPr>
          <p:nvPr>
            <p:ph type="sldNum" sz="quarter" idx="12"/>
          </p:nvPr>
        </p:nvSpPr>
        <p:spPr>
          <a:ln/>
        </p:spPr>
        <p:txBody>
          <a:bodyPr/>
          <a:lstStyle>
            <a:lvl1pPr>
              <a:defRPr/>
            </a:lvl1pPr>
          </a:lstStyle>
          <a:p>
            <a:fld id="{49DEB1E5-D567-E644-8E3A-67C80841C002}" type="slidenum">
              <a:rPr lang="en-US" altLang="en-US"/>
              <a:pPr/>
              <a:t>‹#›</a:t>
            </a:fld>
            <a:endParaRPr lang="en-US" altLang="en-US"/>
          </a:p>
        </p:txBody>
      </p:sp>
    </p:spTree>
    <p:extLst>
      <p:ext uri="{BB962C8B-B14F-4D97-AF65-F5344CB8AC3E}">
        <p14:creationId xmlns:p14="http://schemas.microsoft.com/office/powerpoint/2010/main" val="1923426226"/>
      </p:ext>
    </p:extLst>
  </p:cSld>
  <p:clrMapOvr>
    <a:masterClrMapping/>
  </p:clrMapOvr>
  <p:transition spd="slow">
    <p:blinds dir="vert"/>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4048679-DC31-C9E3-8C7F-A0C37844F245}"/>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CF700FFB-ED8F-81D8-8233-5F839001D10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F7A7A9FC-5543-0233-882F-59CB6CA46D52}"/>
              </a:ext>
            </a:extLst>
          </p:cNvPr>
          <p:cNvSpPr>
            <a:spLocks noGrp="1" noChangeArrowheads="1"/>
          </p:cNvSpPr>
          <p:nvPr>
            <p:ph type="sldNum" sz="quarter" idx="12"/>
          </p:nvPr>
        </p:nvSpPr>
        <p:spPr>
          <a:ln/>
        </p:spPr>
        <p:txBody>
          <a:bodyPr/>
          <a:lstStyle>
            <a:lvl1pPr>
              <a:defRPr/>
            </a:lvl1pPr>
          </a:lstStyle>
          <a:p>
            <a:fld id="{ADBE4344-514E-2E49-94B5-B2F5BE720C75}" type="slidenum">
              <a:rPr lang="en-US" altLang="en-US"/>
              <a:pPr/>
              <a:t>‹#›</a:t>
            </a:fld>
            <a:endParaRPr lang="en-US" altLang="en-US"/>
          </a:p>
        </p:txBody>
      </p:sp>
    </p:spTree>
    <p:extLst>
      <p:ext uri="{BB962C8B-B14F-4D97-AF65-F5344CB8AC3E}">
        <p14:creationId xmlns:p14="http://schemas.microsoft.com/office/powerpoint/2010/main" val="1623020225"/>
      </p:ext>
    </p:extLst>
  </p:cSld>
  <p:clrMapOvr>
    <a:masterClrMapping/>
  </p:clrMapOvr>
  <p:transition spd="slow">
    <p:blinds dir="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747FEDC-FDFC-B63F-3E34-39229B809B4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B61AD195-5B61-EF70-03E4-C02F1DC30E3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0D294EAE-32A0-7CAE-1D5C-1BE2B01D1E39}"/>
              </a:ext>
            </a:extLst>
          </p:cNvPr>
          <p:cNvSpPr>
            <a:spLocks noGrp="1" noChangeArrowheads="1"/>
          </p:cNvSpPr>
          <p:nvPr>
            <p:ph type="sldNum" sz="quarter" idx="12"/>
          </p:nvPr>
        </p:nvSpPr>
        <p:spPr>
          <a:ln/>
        </p:spPr>
        <p:txBody>
          <a:bodyPr/>
          <a:lstStyle>
            <a:lvl1pPr>
              <a:defRPr/>
            </a:lvl1pPr>
          </a:lstStyle>
          <a:p>
            <a:fld id="{A392680A-7903-B04B-A43A-B582C9A57D4C}" type="slidenum">
              <a:rPr lang="en-US" altLang="en-US"/>
              <a:pPr/>
              <a:t>‹#›</a:t>
            </a:fld>
            <a:endParaRPr lang="en-US" altLang="en-US"/>
          </a:p>
        </p:txBody>
      </p:sp>
    </p:spTree>
    <p:extLst>
      <p:ext uri="{BB962C8B-B14F-4D97-AF65-F5344CB8AC3E}">
        <p14:creationId xmlns:p14="http://schemas.microsoft.com/office/powerpoint/2010/main" val="490410831"/>
      </p:ext>
    </p:extLst>
  </p:cSld>
  <p:clrMapOvr>
    <a:masterClrMapping/>
  </p:clrMapOvr>
  <p:transition spd="slow">
    <p:blinds dir="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9849F0F-F0BA-D600-CE72-3B9602A5FB6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7808FC65-DA40-56D8-706F-D0DF8863D2F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67BAFC1D-F7CC-BA85-3417-7BACA9E84A62}"/>
              </a:ext>
            </a:extLst>
          </p:cNvPr>
          <p:cNvSpPr>
            <a:spLocks noGrp="1" noChangeArrowheads="1"/>
          </p:cNvSpPr>
          <p:nvPr>
            <p:ph type="sldNum" sz="quarter" idx="12"/>
          </p:nvPr>
        </p:nvSpPr>
        <p:spPr>
          <a:ln/>
        </p:spPr>
        <p:txBody>
          <a:bodyPr/>
          <a:lstStyle>
            <a:lvl1pPr>
              <a:defRPr/>
            </a:lvl1pPr>
          </a:lstStyle>
          <a:p>
            <a:fld id="{E46200A5-0384-864D-B27E-5D10B27D2BFE}" type="slidenum">
              <a:rPr lang="en-US" altLang="en-US"/>
              <a:pPr/>
              <a:t>‹#›</a:t>
            </a:fld>
            <a:endParaRPr lang="en-US" altLang="en-US"/>
          </a:p>
        </p:txBody>
      </p:sp>
    </p:spTree>
    <p:extLst>
      <p:ext uri="{BB962C8B-B14F-4D97-AF65-F5344CB8AC3E}">
        <p14:creationId xmlns:p14="http://schemas.microsoft.com/office/powerpoint/2010/main" val="3359221085"/>
      </p:ext>
    </p:extLst>
  </p:cSld>
  <p:clrMapOvr>
    <a:masterClrMapping/>
  </p:clrMapOvr>
  <p:transition spd="slow">
    <p:blinds dir="vert"/>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86624B7-1B2E-3D67-6925-3E6A4254999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681F565-C821-3B1C-3C12-23797A28379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D2E3C17-CFDD-A9F8-C6BC-0FE70145B36C}"/>
              </a:ext>
            </a:extLst>
          </p:cNvPr>
          <p:cNvSpPr>
            <a:spLocks noGrp="1" noChangeArrowheads="1"/>
          </p:cNvSpPr>
          <p:nvPr>
            <p:ph type="sldNum" sz="quarter" idx="12"/>
          </p:nvPr>
        </p:nvSpPr>
        <p:spPr>
          <a:ln/>
        </p:spPr>
        <p:txBody>
          <a:bodyPr/>
          <a:lstStyle>
            <a:lvl1pPr>
              <a:defRPr/>
            </a:lvl1pPr>
          </a:lstStyle>
          <a:p>
            <a:fld id="{9FC615B2-522F-FD4F-A65C-0BDC31E3DD0B}" type="slidenum">
              <a:rPr lang="en-US" altLang="en-US"/>
              <a:pPr/>
              <a:t>‹#›</a:t>
            </a:fld>
            <a:endParaRPr lang="en-US" altLang="en-US"/>
          </a:p>
        </p:txBody>
      </p:sp>
    </p:spTree>
    <p:extLst>
      <p:ext uri="{BB962C8B-B14F-4D97-AF65-F5344CB8AC3E}">
        <p14:creationId xmlns:p14="http://schemas.microsoft.com/office/powerpoint/2010/main" val="3050226306"/>
      </p:ext>
    </p:extLst>
  </p:cSld>
  <p:clrMapOvr>
    <a:masterClrMapping/>
  </p:clrMapOvr>
  <p:transition spd="slow">
    <p:blinds dir="vert"/>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6F9FEED-61C0-0C54-1FC3-9BD33913826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9308F9C-F84E-5D1C-C453-E086BFC7E3F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332B575-8132-1BC9-6160-8D415BB2BDA1}"/>
              </a:ext>
            </a:extLst>
          </p:cNvPr>
          <p:cNvSpPr>
            <a:spLocks noGrp="1" noChangeArrowheads="1"/>
          </p:cNvSpPr>
          <p:nvPr>
            <p:ph type="sldNum" sz="quarter" idx="12"/>
          </p:nvPr>
        </p:nvSpPr>
        <p:spPr>
          <a:ln/>
        </p:spPr>
        <p:txBody>
          <a:bodyPr/>
          <a:lstStyle>
            <a:lvl1pPr>
              <a:defRPr/>
            </a:lvl1pPr>
          </a:lstStyle>
          <a:p>
            <a:fld id="{454C1242-1AB5-9B4F-B052-6BC7D73B6C2A}" type="slidenum">
              <a:rPr lang="en-US" altLang="en-US"/>
              <a:pPr/>
              <a:t>‹#›</a:t>
            </a:fld>
            <a:endParaRPr lang="en-US" altLang="en-US"/>
          </a:p>
        </p:txBody>
      </p:sp>
    </p:spTree>
    <p:extLst>
      <p:ext uri="{BB962C8B-B14F-4D97-AF65-F5344CB8AC3E}">
        <p14:creationId xmlns:p14="http://schemas.microsoft.com/office/powerpoint/2010/main" val="3846380899"/>
      </p:ext>
    </p:extLst>
  </p:cSld>
  <p:clrMapOvr>
    <a:masterClrMapping/>
  </p:clrMapOvr>
  <p:transition spd="slow">
    <p:blinds dir="vert"/>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3EAA3E9-E8BB-94C8-F237-0959838893E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37606BA-3FD3-4D26-D510-977A63911B5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544B9F6-127D-981B-CBD5-344528B88225}"/>
              </a:ext>
            </a:extLst>
          </p:cNvPr>
          <p:cNvSpPr>
            <a:spLocks noGrp="1" noChangeArrowheads="1"/>
          </p:cNvSpPr>
          <p:nvPr>
            <p:ph type="sldNum" sz="quarter" idx="12"/>
          </p:nvPr>
        </p:nvSpPr>
        <p:spPr>
          <a:ln/>
        </p:spPr>
        <p:txBody>
          <a:bodyPr/>
          <a:lstStyle>
            <a:lvl1pPr>
              <a:defRPr/>
            </a:lvl1pPr>
          </a:lstStyle>
          <a:p>
            <a:fld id="{809974A7-3899-D648-9418-C6738CC77268}" type="slidenum">
              <a:rPr lang="en-US" altLang="en-US"/>
              <a:pPr/>
              <a:t>‹#›</a:t>
            </a:fld>
            <a:endParaRPr lang="en-US" altLang="en-US"/>
          </a:p>
        </p:txBody>
      </p:sp>
    </p:spTree>
    <p:extLst>
      <p:ext uri="{BB962C8B-B14F-4D97-AF65-F5344CB8AC3E}">
        <p14:creationId xmlns:p14="http://schemas.microsoft.com/office/powerpoint/2010/main" val="778528473"/>
      </p:ext>
    </p:extLst>
  </p:cSld>
  <p:clrMapOvr>
    <a:masterClrMapping/>
  </p:clrMapOvr>
  <p:transition spd="slow">
    <p:blinds dir="vert"/>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477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47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4B20F15-B893-7973-9F51-2F2D1C013B4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65470DF-78BD-C8A4-E6A8-C87CE3DD543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792093A-2133-016F-5F89-547237EAAEF3}"/>
              </a:ext>
            </a:extLst>
          </p:cNvPr>
          <p:cNvSpPr>
            <a:spLocks noGrp="1" noChangeArrowheads="1"/>
          </p:cNvSpPr>
          <p:nvPr>
            <p:ph type="sldNum" sz="quarter" idx="12"/>
          </p:nvPr>
        </p:nvSpPr>
        <p:spPr>
          <a:ln/>
        </p:spPr>
        <p:txBody>
          <a:bodyPr/>
          <a:lstStyle>
            <a:lvl1pPr>
              <a:defRPr/>
            </a:lvl1pPr>
          </a:lstStyle>
          <a:p>
            <a:fld id="{5E4BD1B6-2F46-034C-96FE-4589FC59FD2D}" type="slidenum">
              <a:rPr lang="en-US" altLang="en-US"/>
              <a:pPr/>
              <a:t>‹#›</a:t>
            </a:fld>
            <a:endParaRPr lang="en-US" altLang="en-US"/>
          </a:p>
        </p:txBody>
      </p:sp>
    </p:spTree>
    <p:extLst>
      <p:ext uri="{BB962C8B-B14F-4D97-AF65-F5344CB8AC3E}">
        <p14:creationId xmlns:p14="http://schemas.microsoft.com/office/powerpoint/2010/main" val="2552403963"/>
      </p:ext>
    </p:extLst>
  </p:cSld>
  <p:clrMapOvr>
    <a:masterClrMapping/>
  </p:clrMapOvr>
  <p:transition spd="slow">
    <p:blinds dir="vert"/>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quarter" idx="1"/>
          </p:nvPr>
        </p:nvSpPr>
        <p:spPr>
          <a:xfrm>
            <a:off x="13716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3716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half" idx="3"/>
          </p:nvPr>
        </p:nvSpPr>
        <p:spPr>
          <a:xfrm>
            <a:off x="53340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54C3964E-E9D1-ADFB-6A12-76DFDAF005BB}"/>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97E03505-2CDE-FC83-6DE9-7804ACF263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79972C4C-0E9F-E1AA-7F7E-DE099FAE0C15}"/>
              </a:ext>
            </a:extLst>
          </p:cNvPr>
          <p:cNvSpPr>
            <a:spLocks noGrp="1" noChangeArrowheads="1"/>
          </p:cNvSpPr>
          <p:nvPr>
            <p:ph type="sldNum" sz="quarter" idx="12"/>
          </p:nvPr>
        </p:nvSpPr>
        <p:spPr>
          <a:ln/>
        </p:spPr>
        <p:txBody>
          <a:bodyPr/>
          <a:lstStyle>
            <a:lvl1pPr>
              <a:defRPr/>
            </a:lvl1pPr>
          </a:lstStyle>
          <a:p>
            <a:fld id="{95283269-6D1E-C642-B741-A48206C1A899}" type="slidenum">
              <a:rPr lang="en-US" altLang="en-US"/>
              <a:pPr/>
              <a:t>‹#›</a:t>
            </a:fld>
            <a:endParaRPr lang="en-US" altLang="en-US"/>
          </a:p>
        </p:txBody>
      </p:sp>
    </p:spTree>
    <p:extLst>
      <p:ext uri="{BB962C8B-B14F-4D97-AF65-F5344CB8AC3E}">
        <p14:creationId xmlns:p14="http://schemas.microsoft.com/office/powerpoint/2010/main" val="1904459691"/>
      </p:ext>
    </p:extLst>
  </p:cSld>
  <p:clrMapOvr>
    <a:masterClrMapping/>
  </p:clrMapOvr>
  <p:transition spd="slow">
    <p:blinds dir="vert"/>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Text Placeholder 2"/>
          <p:cNvSpPr>
            <a:spLocks noGrp="1"/>
          </p:cNvSpPr>
          <p:nvPr>
            <p:ph type="body" sz="half" idx="1"/>
          </p:nvPr>
        </p:nvSpPr>
        <p:spPr>
          <a:xfrm>
            <a:off x="13716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3340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3340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31A168A0-AC74-B8FB-0F9E-49B104D4D225}"/>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06F145CD-331A-902C-275C-B6D58727358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13B140C9-C47B-0403-C4F2-4624038CA15B}"/>
              </a:ext>
            </a:extLst>
          </p:cNvPr>
          <p:cNvSpPr>
            <a:spLocks noGrp="1" noChangeArrowheads="1"/>
          </p:cNvSpPr>
          <p:nvPr>
            <p:ph type="sldNum" sz="quarter" idx="12"/>
          </p:nvPr>
        </p:nvSpPr>
        <p:spPr>
          <a:ln/>
        </p:spPr>
        <p:txBody>
          <a:bodyPr/>
          <a:lstStyle>
            <a:lvl1pPr>
              <a:defRPr/>
            </a:lvl1pPr>
          </a:lstStyle>
          <a:p>
            <a:fld id="{0F8E431A-2298-924C-A0D1-21418A0B9A70}" type="slidenum">
              <a:rPr lang="en-US" altLang="en-US"/>
              <a:pPr/>
              <a:t>‹#›</a:t>
            </a:fld>
            <a:endParaRPr lang="en-US" altLang="en-US"/>
          </a:p>
        </p:txBody>
      </p:sp>
    </p:spTree>
    <p:extLst>
      <p:ext uri="{BB962C8B-B14F-4D97-AF65-F5344CB8AC3E}">
        <p14:creationId xmlns:p14="http://schemas.microsoft.com/office/powerpoint/2010/main" val="741632293"/>
      </p:ext>
    </p:extLst>
  </p:cSld>
  <p:clrMapOvr>
    <a:masterClrMapping/>
  </p:clrMapOvr>
  <p:transition spd="slow">
    <p:blinds dir="vert"/>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quarter" idx="1"/>
          </p:nvPr>
        </p:nvSpPr>
        <p:spPr>
          <a:xfrm>
            <a:off x="13716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3716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53340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882E454C-4407-9E77-092E-1BC2FB86B4FC}"/>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93D0FC65-58A7-D095-4329-6A7B1794F79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59FBFECC-71CA-4B5D-4652-AFF072B921C1}"/>
              </a:ext>
            </a:extLst>
          </p:cNvPr>
          <p:cNvSpPr>
            <a:spLocks noGrp="1" noChangeArrowheads="1"/>
          </p:cNvSpPr>
          <p:nvPr>
            <p:ph type="sldNum" sz="quarter" idx="12"/>
          </p:nvPr>
        </p:nvSpPr>
        <p:spPr>
          <a:ln/>
        </p:spPr>
        <p:txBody>
          <a:bodyPr/>
          <a:lstStyle>
            <a:lvl1pPr>
              <a:defRPr/>
            </a:lvl1pPr>
          </a:lstStyle>
          <a:p>
            <a:fld id="{7BD0C9AF-1124-9F47-9DC5-A160B6D7E8D8}" type="slidenum">
              <a:rPr lang="en-US" altLang="en-US"/>
              <a:pPr/>
              <a:t>‹#›</a:t>
            </a:fld>
            <a:endParaRPr lang="en-US" altLang="en-US"/>
          </a:p>
        </p:txBody>
      </p:sp>
    </p:spTree>
    <p:extLst>
      <p:ext uri="{BB962C8B-B14F-4D97-AF65-F5344CB8AC3E}">
        <p14:creationId xmlns:p14="http://schemas.microsoft.com/office/powerpoint/2010/main" val="2095843773"/>
      </p:ext>
    </p:extLst>
  </p:cSld>
  <p:clrMapOvr>
    <a:masterClrMapping/>
  </p:clrMapOvr>
  <p:transition spd="slow">
    <p:blinds dir="vert"/>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half" idx="1"/>
          </p:nvPr>
        </p:nvSpPr>
        <p:spPr>
          <a:xfrm>
            <a:off x="1371600" y="762000"/>
            <a:ext cx="77724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371600" y="3695700"/>
            <a:ext cx="77724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AE85575-C238-C35F-D74A-168D831273E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582169F-D7B7-3A5A-836D-CBBE1ACA391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D5DA749-589D-FB29-EBFF-4DFC0ABD4C74}"/>
              </a:ext>
            </a:extLst>
          </p:cNvPr>
          <p:cNvSpPr>
            <a:spLocks noGrp="1" noChangeArrowheads="1"/>
          </p:cNvSpPr>
          <p:nvPr>
            <p:ph type="sldNum" sz="quarter" idx="12"/>
          </p:nvPr>
        </p:nvSpPr>
        <p:spPr>
          <a:ln/>
        </p:spPr>
        <p:txBody>
          <a:bodyPr/>
          <a:lstStyle>
            <a:lvl1pPr>
              <a:defRPr/>
            </a:lvl1pPr>
          </a:lstStyle>
          <a:p>
            <a:fld id="{AE070803-39AB-EF41-A270-29D6FB062470}" type="slidenum">
              <a:rPr lang="en-US" altLang="en-US"/>
              <a:pPr/>
              <a:t>‹#›</a:t>
            </a:fld>
            <a:endParaRPr lang="en-US" altLang="en-US"/>
          </a:p>
        </p:txBody>
      </p:sp>
    </p:spTree>
    <p:extLst>
      <p:ext uri="{BB962C8B-B14F-4D97-AF65-F5344CB8AC3E}">
        <p14:creationId xmlns:p14="http://schemas.microsoft.com/office/powerpoint/2010/main" val="2032405571"/>
      </p:ext>
    </p:extLst>
  </p:cSld>
  <p:clrMapOvr>
    <a:masterClrMapping/>
  </p:clrMapOvr>
  <p:transition spd="slow">
    <p:blinds dir="vert"/>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514600"/>
            <a:ext cx="9144000" cy="914400"/>
          </a:xfrm>
        </p:spPr>
        <p:txBody>
          <a:bodyPr/>
          <a:lstStyle>
            <a:lvl1pPr>
              <a:defRPr sz="4800"/>
            </a:lvl1pPr>
          </a:lstStyle>
          <a:p>
            <a:pPr lvl="0"/>
            <a:r>
              <a:rPr lang="en-US" noProof="0"/>
              <a:t>Click to edit Master title style</a:t>
            </a:r>
          </a:p>
        </p:txBody>
      </p:sp>
      <p:sp>
        <p:nvSpPr>
          <p:cNvPr id="3075" name="Rectangle 3"/>
          <p:cNvSpPr>
            <a:spLocks noGrp="1" noChangeArrowheads="1"/>
          </p:cNvSpPr>
          <p:nvPr>
            <p:ph type="subTitle" idx="1"/>
          </p:nvPr>
        </p:nvSpPr>
        <p:spPr>
          <a:xfrm>
            <a:off x="0" y="3479800"/>
            <a:ext cx="9144000" cy="635000"/>
          </a:xfrm>
        </p:spPr>
        <p:txBody>
          <a:bodyPr/>
          <a:lstStyle>
            <a:lvl1pPr marL="0" indent="0" algn="ctr">
              <a:buFontTx/>
              <a:buNone/>
              <a:defRPr/>
            </a:lvl1pPr>
          </a:lstStyle>
          <a:p>
            <a:pPr lvl="0"/>
            <a:r>
              <a:rPr lang="en-US" noProof="0"/>
              <a:t>Click to edit Master subtitle style</a:t>
            </a:r>
          </a:p>
        </p:txBody>
      </p:sp>
      <p:sp>
        <p:nvSpPr>
          <p:cNvPr id="2" name="Rectangle 4">
            <a:extLst>
              <a:ext uri="{FF2B5EF4-FFF2-40B4-BE49-F238E27FC236}">
                <a16:creationId xmlns:a16="http://schemas.microsoft.com/office/drawing/2014/main" id="{0D4CC00F-38EB-69BC-5CB4-000BD28F965D}"/>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A8944CA-4CD3-5183-A568-D3F9E983D24B}"/>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45CF798-25A4-28BC-BED6-07F26A1A7C8A}"/>
              </a:ext>
            </a:extLst>
          </p:cNvPr>
          <p:cNvSpPr>
            <a:spLocks noGrp="1" noChangeArrowheads="1"/>
          </p:cNvSpPr>
          <p:nvPr>
            <p:ph type="sldNum" sz="quarter" idx="12"/>
          </p:nvPr>
        </p:nvSpPr>
        <p:spPr/>
        <p:txBody>
          <a:bodyPr/>
          <a:lstStyle>
            <a:lvl1pPr>
              <a:defRPr/>
            </a:lvl1pPr>
          </a:lstStyle>
          <a:p>
            <a:fld id="{CF277F4F-2529-BA4A-BFEF-A23CF24B1DC9}" type="slidenum">
              <a:rPr lang="en-US" altLang="en-US"/>
              <a:pPr/>
              <a:t>‹#›</a:t>
            </a:fld>
            <a:endParaRPr lang="en-US" altLang="en-US"/>
          </a:p>
        </p:txBody>
      </p:sp>
    </p:spTree>
    <p:extLst>
      <p:ext uri="{BB962C8B-B14F-4D97-AF65-F5344CB8AC3E}">
        <p14:creationId xmlns:p14="http://schemas.microsoft.com/office/powerpoint/2010/main" val="3762919199"/>
      </p:ext>
    </p:extLst>
  </p:cSld>
  <p:clrMapOvr>
    <a:masterClrMapping/>
  </p:clrMapOvr>
  <p:transition spd="slow">
    <p:blinds dir="vert"/>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81F8692-01F2-A4FD-BE53-384FB82A21E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718F36B-7B75-B605-5C20-561530CA556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A749C68-4135-5C0B-556F-3EC3E322DF6C}"/>
              </a:ext>
            </a:extLst>
          </p:cNvPr>
          <p:cNvSpPr>
            <a:spLocks noGrp="1" noChangeArrowheads="1"/>
          </p:cNvSpPr>
          <p:nvPr>
            <p:ph type="sldNum" sz="quarter" idx="12"/>
          </p:nvPr>
        </p:nvSpPr>
        <p:spPr>
          <a:ln/>
        </p:spPr>
        <p:txBody>
          <a:bodyPr/>
          <a:lstStyle>
            <a:lvl1pPr>
              <a:defRPr/>
            </a:lvl1pPr>
          </a:lstStyle>
          <a:p>
            <a:fld id="{1E21F824-3544-EE42-8222-E1BF5AD6585A}" type="slidenum">
              <a:rPr lang="en-US" altLang="en-US"/>
              <a:pPr/>
              <a:t>‹#›</a:t>
            </a:fld>
            <a:endParaRPr lang="en-US" altLang="en-US"/>
          </a:p>
        </p:txBody>
      </p:sp>
    </p:spTree>
    <p:extLst>
      <p:ext uri="{BB962C8B-B14F-4D97-AF65-F5344CB8AC3E}">
        <p14:creationId xmlns:p14="http://schemas.microsoft.com/office/powerpoint/2010/main" val="1561376418"/>
      </p:ext>
    </p:extLst>
  </p:cSld>
  <p:clrMapOvr>
    <a:masterClrMapping/>
  </p:clrMapOvr>
  <p:transition spd="slow">
    <p:blinds dir="vert"/>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064111B-F22C-AEEF-008E-EAF67654837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2F33618-07EB-0F11-68AB-BC199131EF7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821BDCA-1E01-EF27-5CE1-1C90CAD22E8A}"/>
              </a:ext>
            </a:extLst>
          </p:cNvPr>
          <p:cNvSpPr>
            <a:spLocks noGrp="1" noChangeArrowheads="1"/>
          </p:cNvSpPr>
          <p:nvPr>
            <p:ph type="sldNum" sz="quarter" idx="12"/>
          </p:nvPr>
        </p:nvSpPr>
        <p:spPr>
          <a:ln/>
        </p:spPr>
        <p:txBody>
          <a:bodyPr/>
          <a:lstStyle>
            <a:lvl1pPr>
              <a:defRPr/>
            </a:lvl1pPr>
          </a:lstStyle>
          <a:p>
            <a:fld id="{5E364D53-7AF5-D440-A237-B702D1E18C21}" type="slidenum">
              <a:rPr lang="en-US" altLang="en-US"/>
              <a:pPr/>
              <a:t>‹#›</a:t>
            </a:fld>
            <a:endParaRPr lang="en-US" altLang="en-US"/>
          </a:p>
        </p:txBody>
      </p:sp>
    </p:spTree>
    <p:extLst>
      <p:ext uri="{BB962C8B-B14F-4D97-AF65-F5344CB8AC3E}">
        <p14:creationId xmlns:p14="http://schemas.microsoft.com/office/powerpoint/2010/main" val="2841499785"/>
      </p:ext>
    </p:extLst>
  </p:cSld>
  <p:clrMapOvr>
    <a:masterClrMapping/>
  </p:clrMapOvr>
  <p:transition spd="slow">
    <p:blinds dir="vert"/>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1600" y="762000"/>
            <a:ext cx="3810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4000" y="762000"/>
            <a:ext cx="3810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2B866D7-C7F8-8E13-273D-2FA67581FD3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D5D17BA-199F-CD71-67AD-4212ED7A8FA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306CC7A-B2E1-4CBA-A89D-E0ECA5164853}"/>
              </a:ext>
            </a:extLst>
          </p:cNvPr>
          <p:cNvSpPr>
            <a:spLocks noGrp="1" noChangeArrowheads="1"/>
          </p:cNvSpPr>
          <p:nvPr>
            <p:ph type="sldNum" sz="quarter" idx="12"/>
          </p:nvPr>
        </p:nvSpPr>
        <p:spPr>
          <a:ln/>
        </p:spPr>
        <p:txBody>
          <a:bodyPr/>
          <a:lstStyle>
            <a:lvl1pPr>
              <a:defRPr/>
            </a:lvl1pPr>
          </a:lstStyle>
          <a:p>
            <a:fld id="{0D1D36F0-F902-8247-A09F-618EF761B8B5}" type="slidenum">
              <a:rPr lang="en-US" altLang="en-US"/>
              <a:pPr/>
              <a:t>‹#›</a:t>
            </a:fld>
            <a:endParaRPr lang="en-US" altLang="en-US"/>
          </a:p>
        </p:txBody>
      </p:sp>
    </p:spTree>
    <p:extLst>
      <p:ext uri="{BB962C8B-B14F-4D97-AF65-F5344CB8AC3E}">
        <p14:creationId xmlns:p14="http://schemas.microsoft.com/office/powerpoint/2010/main" val="3752417072"/>
      </p:ext>
    </p:extLst>
  </p:cSld>
  <p:clrMapOvr>
    <a:masterClrMapping/>
  </p:clrMapOvr>
  <p:transition spd="slow">
    <p:blinds dir="vert"/>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17EC37B-E5D5-7E7D-ECCD-B9AA1940361F}"/>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07381C0B-B94A-700D-B6AC-36E5C70B70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B8ECCC65-117D-EEA4-893B-6181DA348A89}"/>
              </a:ext>
            </a:extLst>
          </p:cNvPr>
          <p:cNvSpPr>
            <a:spLocks noGrp="1" noChangeArrowheads="1"/>
          </p:cNvSpPr>
          <p:nvPr>
            <p:ph type="sldNum" sz="quarter" idx="12"/>
          </p:nvPr>
        </p:nvSpPr>
        <p:spPr>
          <a:ln/>
        </p:spPr>
        <p:txBody>
          <a:bodyPr/>
          <a:lstStyle>
            <a:lvl1pPr>
              <a:defRPr/>
            </a:lvl1pPr>
          </a:lstStyle>
          <a:p>
            <a:fld id="{89D4B30F-5737-6C44-87E8-D7711C0CDA3D}" type="slidenum">
              <a:rPr lang="en-US" altLang="en-US"/>
              <a:pPr/>
              <a:t>‹#›</a:t>
            </a:fld>
            <a:endParaRPr lang="en-US" altLang="en-US"/>
          </a:p>
        </p:txBody>
      </p:sp>
    </p:spTree>
    <p:extLst>
      <p:ext uri="{BB962C8B-B14F-4D97-AF65-F5344CB8AC3E}">
        <p14:creationId xmlns:p14="http://schemas.microsoft.com/office/powerpoint/2010/main" val="1018411475"/>
      </p:ext>
    </p:extLst>
  </p:cSld>
  <p:clrMapOvr>
    <a:masterClrMapping/>
  </p:clrMapOvr>
  <p:transition spd="slow">
    <p:blinds dir="vert"/>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363F2A7-8A2B-F362-15A4-8DE3A3EEFB4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1096C3FF-4351-F62A-29A2-F2FE711DDA2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B75A66F-EC72-9E78-F783-7B30F3A93BCA}"/>
              </a:ext>
            </a:extLst>
          </p:cNvPr>
          <p:cNvSpPr>
            <a:spLocks noGrp="1" noChangeArrowheads="1"/>
          </p:cNvSpPr>
          <p:nvPr>
            <p:ph type="sldNum" sz="quarter" idx="12"/>
          </p:nvPr>
        </p:nvSpPr>
        <p:spPr>
          <a:ln/>
        </p:spPr>
        <p:txBody>
          <a:bodyPr/>
          <a:lstStyle>
            <a:lvl1pPr>
              <a:defRPr/>
            </a:lvl1pPr>
          </a:lstStyle>
          <a:p>
            <a:fld id="{46BC050E-BE7E-6343-814E-66CA6D9BB667}" type="slidenum">
              <a:rPr lang="en-US" altLang="en-US"/>
              <a:pPr/>
              <a:t>‹#›</a:t>
            </a:fld>
            <a:endParaRPr lang="en-US" altLang="en-US"/>
          </a:p>
        </p:txBody>
      </p:sp>
    </p:spTree>
    <p:extLst>
      <p:ext uri="{BB962C8B-B14F-4D97-AF65-F5344CB8AC3E}">
        <p14:creationId xmlns:p14="http://schemas.microsoft.com/office/powerpoint/2010/main" val="1173060106"/>
      </p:ext>
    </p:extLst>
  </p:cSld>
  <p:clrMapOvr>
    <a:masterClrMapping/>
  </p:clrMapOvr>
  <p:transition spd="slow">
    <p:blinds dir="vert"/>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A21BC6D-FA9C-1A11-4D3A-A29253E37B77}"/>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53ACBCAC-FC38-3663-4A91-C76DE58387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64575C36-CC53-CDC7-72DF-186B99F596DA}"/>
              </a:ext>
            </a:extLst>
          </p:cNvPr>
          <p:cNvSpPr>
            <a:spLocks noGrp="1" noChangeArrowheads="1"/>
          </p:cNvSpPr>
          <p:nvPr>
            <p:ph type="sldNum" sz="quarter" idx="12"/>
          </p:nvPr>
        </p:nvSpPr>
        <p:spPr>
          <a:ln/>
        </p:spPr>
        <p:txBody>
          <a:bodyPr/>
          <a:lstStyle>
            <a:lvl1pPr>
              <a:defRPr/>
            </a:lvl1pPr>
          </a:lstStyle>
          <a:p>
            <a:fld id="{256A7BA0-650C-3F4E-9847-ED2142D3298F}" type="slidenum">
              <a:rPr lang="en-US" altLang="en-US"/>
              <a:pPr/>
              <a:t>‹#›</a:t>
            </a:fld>
            <a:endParaRPr lang="en-US" altLang="en-US"/>
          </a:p>
        </p:txBody>
      </p:sp>
    </p:spTree>
    <p:extLst>
      <p:ext uri="{BB962C8B-B14F-4D97-AF65-F5344CB8AC3E}">
        <p14:creationId xmlns:p14="http://schemas.microsoft.com/office/powerpoint/2010/main" val="1580841310"/>
      </p:ext>
    </p:extLst>
  </p:cSld>
  <p:clrMapOvr>
    <a:masterClrMapping/>
  </p:clrMapOvr>
  <p:transition spd="slow">
    <p:blinds dir="vert"/>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5F450E3-F8CA-94C9-452B-FE8B801B0E4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38E71CF-BF97-AF20-3756-198B64413EF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BC68CBA-117B-A2EA-C1CD-F6B8775CD8E8}"/>
              </a:ext>
            </a:extLst>
          </p:cNvPr>
          <p:cNvSpPr>
            <a:spLocks noGrp="1" noChangeArrowheads="1"/>
          </p:cNvSpPr>
          <p:nvPr>
            <p:ph type="sldNum" sz="quarter" idx="12"/>
          </p:nvPr>
        </p:nvSpPr>
        <p:spPr>
          <a:ln/>
        </p:spPr>
        <p:txBody>
          <a:bodyPr/>
          <a:lstStyle>
            <a:lvl1pPr>
              <a:defRPr/>
            </a:lvl1pPr>
          </a:lstStyle>
          <a:p>
            <a:fld id="{E76E1671-CEE6-D049-8A91-8D918FE5AB52}" type="slidenum">
              <a:rPr lang="en-US" altLang="en-US"/>
              <a:pPr/>
              <a:t>‹#›</a:t>
            </a:fld>
            <a:endParaRPr lang="en-US" altLang="en-US"/>
          </a:p>
        </p:txBody>
      </p:sp>
    </p:spTree>
    <p:extLst>
      <p:ext uri="{BB962C8B-B14F-4D97-AF65-F5344CB8AC3E}">
        <p14:creationId xmlns:p14="http://schemas.microsoft.com/office/powerpoint/2010/main" val="3076250262"/>
      </p:ext>
    </p:extLst>
  </p:cSld>
  <p:clrMapOvr>
    <a:masterClrMapping/>
  </p:clrMapOvr>
  <p:transition spd="slow">
    <p:blinds dir="vert"/>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DFC9CB9-BCE8-7257-E224-8ED2C1C94E8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57E0CA0-C2D4-5CB8-E0B1-EC73322E62C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D9D5F09-2835-0040-AAE2-9EDD08ECCC66}"/>
              </a:ext>
            </a:extLst>
          </p:cNvPr>
          <p:cNvSpPr>
            <a:spLocks noGrp="1" noChangeArrowheads="1"/>
          </p:cNvSpPr>
          <p:nvPr>
            <p:ph type="sldNum" sz="quarter" idx="12"/>
          </p:nvPr>
        </p:nvSpPr>
        <p:spPr>
          <a:ln/>
        </p:spPr>
        <p:txBody>
          <a:bodyPr/>
          <a:lstStyle>
            <a:lvl1pPr>
              <a:defRPr/>
            </a:lvl1pPr>
          </a:lstStyle>
          <a:p>
            <a:fld id="{0BD24A89-87DE-B243-8B9F-507AA5746872}" type="slidenum">
              <a:rPr lang="en-US" altLang="en-US"/>
              <a:pPr/>
              <a:t>‹#›</a:t>
            </a:fld>
            <a:endParaRPr lang="en-US" altLang="en-US"/>
          </a:p>
        </p:txBody>
      </p:sp>
    </p:spTree>
    <p:extLst>
      <p:ext uri="{BB962C8B-B14F-4D97-AF65-F5344CB8AC3E}">
        <p14:creationId xmlns:p14="http://schemas.microsoft.com/office/powerpoint/2010/main" val="173565607"/>
      </p:ext>
    </p:extLst>
  </p:cSld>
  <p:clrMapOvr>
    <a:masterClrMapping/>
  </p:clrMapOvr>
  <p:transition spd="slow">
    <p:blinds dir="vert"/>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29B9FA8-B5CF-70A2-E1DA-144F660F2DF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9C2A83E-EB0B-1946-D2FA-41B57A7577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3634D5C-7BA2-F756-240F-B7EAE9211519}"/>
              </a:ext>
            </a:extLst>
          </p:cNvPr>
          <p:cNvSpPr>
            <a:spLocks noGrp="1" noChangeArrowheads="1"/>
          </p:cNvSpPr>
          <p:nvPr>
            <p:ph type="sldNum" sz="quarter" idx="12"/>
          </p:nvPr>
        </p:nvSpPr>
        <p:spPr>
          <a:ln/>
        </p:spPr>
        <p:txBody>
          <a:bodyPr/>
          <a:lstStyle>
            <a:lvl1pPr>
              <a:defRPr/>
            </a:lvl1pPr>
          </a:lstStyle>
          <a:p>
            <a:fld id="{813781D1-628B-0749-9355-9A7D32376A3B}" type="slidenum">
              <a:rPr lang="en-US" altLang="en-US"/>
              <a:pPr/>
              <a:t>‹#›</a:t>
            </a:fld>
            <a:endParaRPr lang="en-US" altLang="en-US"/>
          </a:p>
        </p:txBody>
      </p:sp>
    </p:spTree>
    <p:extLst>
      <p:ext uri="{BB962C8B-B14F-4D97-AF65-F5344CB8AC3E}">
        <p14:creationId xmlns:p14="http://schemas.microsoft.com/office/powerpoint/2010/main" val="1924235176"/>
      </p:ext>
    </p:extLst>
  </p:cSld>
  <p:clrMapOvr>
    <a:masterClrMapping/>
  </p:clrMapOvr>
  <p:transition spd="slow">
    <p:blinds dir="vert"/>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477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47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A1C9115-5493-D0D0-EA24-1736A1B6567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612C1D2-CEC5-D6D8-E41F-5413A823F2D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9C02A17-BFE1-679A-FA8B-A0E5EC4B4376}"/>
              </a:ext>
            </a:extLst>
          </p:cNvPr>
          <p:cNvSpPr>
            <a:spLocks noGrp="1" noChangeArrowheads="1"/>
          </p:cNvSpPr>
          <p:nvPr>
            <p:ph type="sldNum" sz="quarter" idx="12"/>
          </p:nvPr>
        </p:nvSpPr>
        <p:spPr>
          <a:ln/>
        </p:spPr>
        <p:txBody>
          <a:bodyPr/>
          <a:lstStyle>
            <a:lvl1pPr>
              <a:defRPr/>
            </a:lvl1pPr>
          </a:lstStyle>
          <a:p>
            <a:fld id="{3C65F4E0-7CBA-C449-88DB-28A4E86C38D5}" type="slidenum">
              <a:rPr lang="en-US" altLang="en-US"/>
              <a:pPr/>
              <a:t>‹#›</a:t>
            </a:fld>
            <a:endParaRPr lang="en-US" altLang="en-US"/>
          </a:p>
        </p:txBody>
      </p:sp>
    </p:spTree>
    <p:extLst>
      <p:ext uri="{BB962C8B-B14F-4D97-AF65-F5344CB8AC3E}">
        <p14:creationId xmlns:p14="http://schemas.microsoft.com/office/powerpoint/2010/main" val="3491916346"/>
      </p:ext>
    </p:extLst>
  </p:cSld>
  <p:clrMapOvr>
    <a:masterClrMapping/>
  </p:clrMapOvr>
  <p:transition spd="slow">
    <p:blinds dir="vert"/>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quarter" idx="1"/>
          </p:nvPr>
        </p:nvSpPr>
        <p:spPr>
          <a:xfrm>
            <a:off x="13716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3716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half" idx="3"/>
          </p:nvPr>
        </p:nvSpPr>
        <p:spPr>
          <a:xfrm>
            <a:off x="53340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BF8D8248-66B4-CD82-229A-F825BD1278EA}"/>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58E2124B-B8E0-81A0-7AC9-DC4F58C8CAD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32769ABD-8597-5FD0-B449-11DA50D73F26}"/>
              </a:ext>
            </a:extLst>
          </p:cNvPr>
          <p:cNvSpPr>
            <a:spLocks noGrp="1" noChangeArrowheads="1"/>
          </p:cNvSpPr>
          <p:nvPr>
            <p:ph type="sldNum" sz="quarter" idx="12"/>
          </p:nvPr>
        </p:nvSpPr>
        <p:spPr>
          <a:ln/>
        </p:spPr>
        <p:txBody>
          <a:bodyPr/>
          <a:lstStyle>
            <a:lvl1pPr>
              <a:defRPr/>
            </a:lvl1pPr>
          </a:lstStyle>
          <a:p>
            <a:fld id="{DEEAB6C8-2815-AE41-A4FD-B6AA0ABC1EA4}" type="slidenum">
              <a:rPr lang="en-US" altLang="en-US"/>
              <a:pPr/>
              <a:t>‹#›</a:t>
            </a:fld>
            <a:endParaRPr lang="en-US" altLang="en-US"/>
          </a:p>
        </p:txBody>
      </p:sp>
    </p:spTree>
    <p:extLst>
      <p:ext uri="{BB962C8B-B14F-4D97-AF65-F5344CB8AC3E}">
        <p14:creationId xmlns:p14="http://schemas.microsoft.com/office/powerpoint/2010/main" val="3022906899"/>
      </p:ext>
    </p:extLst>
  </p:cSld>
  <p:clrMapOvr>
    <a:masterClrMapping/>
  </p:clrMapOvr>
  <p:transition spd="slow">
    <p:blinds dir="vert"/>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Text Placeholder 2"/>
          <p:cNvSpPr>
            <a:spLocks noGrp="1"/>
          </p:cNvSpPr>
          <p:nvPr>
            <p:ph type="body" sz="half" idx="1"/>
          </p:nvPr>
        </p:nvSpPr>
        <p:spPr>
          <a:xfrm>
            <a:off x="13716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3340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3340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B1A39E46-CA34-5BE3-1B75-43E248BB4195}"/>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FAC2177E-A601-36D0-CC17-DF84F0C352E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0CA2C682-15D4-68B1-57F6-B04EEC4D385E}"/>
              </a:ext>
            </a:extLst>
          </p:cNvPr>
          <p:cNvSpPr>
            <a:spLocks noGrp="1" noChangeArrowheads="1"/>
          </p:cNvSpPr>
          <p:nvPr>
            <p:ph type="sldNum" sz="quarter" idx="12"/>
          </p:nvPr>
        </p:nvSpPr>
        <p:spPr>
          <a:ln/>
        </p:spPr>
        <p:txBody>
          <a:bodyPr/>
          <a:lstStyle>
            <a:lvl1pPr>
              <a:defRPr/>
            </a:lvl1pPr>
          </a:lstStyle>
          <a:p>
            <a:fld id="{67AF2198-3E2E-0F47-BE3E-492B352BC504}" type="slidenum">
              <a:rPr lang="en-US" altLang="en-US"/>
              <a:pPr/>
              <a:t>‹#›</a:t>
            </a:fld>
            <a:endParaRPr lang="en-US" altLang="en-US"/>
          </a:p>
        </p:txBody>
      </p:sp>
    </p:spTree>
    <p:extLst>
      <p:ext uri="{BB962C8B-B14F-4D97-AF65-F5344CB8AC3E}">
        <p14:creationId xmlns:p14="http://schemas.microsoft.com/office/powerpoint/2010/main" val="3580257392"/>
      </p:ext>
    </p:extLst>
  </p:cSld>
  <p:clrMapOvr>
    <a:masterClrMapping/>
  </p:clrMapOvr>
  <p:transition spd="slow">
    <p:blinds dir="vert"/>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quarter" idx="1"/>
          </p:nvPr>
        </p:nvSpPr>
        <p:spPr>
          <a:xfrm>
            <a:off x="13716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3716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53340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BCE12CA1-4012-7C12-4320-32B83C0D573A}"/>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10B276E8-44F2-1B51-9FBB-FFE928DFDF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DED50938-6469-3712-9F33-90E96CE7FBF5}"/>
              </a:ext>
            </a:extLst>
          </p:cNvPr>
          <p:cNvSpPr>
            <a:spLocks noGrp="1" noChangeArrowheads="1"/>
          </p:cNvSpPr>
          <p:nvPr>
            <p:ph type="sldNum" sz="quarter" idx="12"/>
          </p:nvPr>
        </p:nvSpPr>
        <p:spPr>
          <a:ln/>
        </p:spPr>
        <p:txBody>
          <a:bodyPr/>
          <a:lstStyle>
            <a:lvl1pPr>
              <a:defRPr/>
            </a:lvl1pPr>
          </a:lstStyle>
          <a:p>
            <a:fld id="{D2B1A764-7358-0C4A-851B-DFAA26E539BB}" type="slidenum">
              <a:rPr lang="en-US" altLang="en-US"/>
              <a:pPr/>
              <a:t>‹#›</a:t>
            </a:fld>
            <a:endParaRPr lang="en-US" altLang="en-US"/>
          </a:p>
        </p:txBody>
      </p:sp>
    </p:spTree>
    <p:extLst>
      <p:ext uri="{BB962C8B-B14F-4D97-AF65-F5344CB8AC3E}">
        <p14:creationId xmlns:p14="http://schemas.microsoft.com/office/powerpoint/2010/main" val="537282699"/>
      </p:ext>
    </p:extLst>
  </p:cSld>
  <p:clrMapOvr>
    <a:masterClrMapping/>
  </p:clrMapOvr>
  <p:transition spd="slow">
    <p:blinds dir="vert"/>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half" idx="1"/>
          </p:nvPr>
        </p:nvSpPr>
        <p:spPr>
          <a:xfrm>
            <a:off x="1371600" y="762000"/>
            <a:ext cx="77724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371600" y="3695700"/>
            <a:ext cx="77724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43DB37C-2F08-0E6B-8AAF-236D0AD559B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F925BF5-8605-8491-67E0-D23CB64329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80FCEB7-8E83-3AA4-2085-F7C5E7D38780}"/>
              </a:ext>
            </a:extLst>
          </p:cNvPr>
          <p:cNvSpPr>
            <a:spLocks noGrp="1" noChangeArrowheads="1"/>
          </p:cNvSpPr>
          <p:nvPr>
            <p:ph type="sldNum" sz="quarter" idx="12"/>
          </p:nvPr>
        </p:nvSpPr>
        <p:spPr>
          <a:ln/>
        </p:spPr>
        <p:txBody>
          <a:bodyPr/>
          <a:lstStyle>
            <a:lvl1pPr>
              <a:defRPr/>
            </a:lvl1pPr>
          </a:lstStyle>
          <a:p>
            <a:fld id="{17AF8AF6-446D-6749-9374-DA00271DB7D6}" type="slidenum">
              <a:rPr lang="en-US" altLang="en-US"/>
              <a:pPr/>
              <a:t>‹#›</a:t>
            </a:fld>
            <a:endParaRPr lang="en-US" altLang="en-US"/>
          </a:p>
        </p:txBody>
      </p:sp>
    </p:spTree>
    <p:extLst>
      <p:ext uri="{BB962C8B-B14F-4D97-AF65-F5344CB8AC3E}">
        <p14:creationId xmlns:p14="http://schemas.microsoft.com/office/powerpoint/2010/main" val="1131649529"/>
      </p:ext>
    </p:extLst>
  </p:cSld>
  <p:clrMapOvr>
    <a:masterClrMapping/>
  </p:clrMapOvr>
  <p:transition spd="slow">
    <p:blinds dir="vert"/>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514600"/>
            <a:ext cx="9144000" cy="914400"/>
          </a:xfrm>
        </p:spPr>
        <p:txBody>
          <a:bodyPr/>
          <a:lstStyle>
            <a:lvl1pPr>
              <a:defRPr sz="4800"/>
            </a:lvl1pPr>
          </a:lstStyle>
          <a:p>
            <a:pPr lvl="0"/>
            <a:r>
              <a:rPr lang="en-US" noProof="0"/>
              <a:t>Click to edit Master title style</a:t>
            </a:r>
          </a:p>
        </p:txBody>
      </p:sp>
      <p:sp>
        <p:nvSpPr>
          <p:cNvPr id="3075" name="Rectangle 3"/>
          <p:cNvSpPr>
            <a:spLocks noGrp="1" noChangeArrowheads="1"/>
          </p:cNvSpPr>
          <p:nvPr>
            <p:ph type="subTitle" idx="1"/>
          </p:nvPr>
        </p:nvSpPr>
        <p:spPr>
          <a:xfrm>
            <a:off x="0" y="3479800"/>
            <a:ext cx="9144000" cy="635000"/>
          </a:xfrm>
        </p:spPr>
        <p:txBody>
          <a:bodyPr/>
          <a:lstStyle>
            <a:lvl1pPr marL="0" indent="0" algn="ctr">
              <a:buFontTx/>
              <a:buNone/>
              <a:defRPr/>
            </a:lvl1pPr>
          </a:lstStyle>
          <a:p>
            <a:pPr lvl="0"/>
            <a:r>
              <a:rPr lang="en-US" noProof="0"/>
              <a:t>Click to edit Master subtitle style</a:t>
            </a:r>
          </a:p>
        </p:txBody>
      </p:sp>
      <p:sp>
        <p:nvSpPr>
          <p:cNvPr id="2" name="Rectangle 4">
            <a:extLst>
              <a:ext uri="{FF2B5EF4-FFF2-40B4-BE49-F238E27FC236}">
                <a16:creationId xmlns:a16="http://schemas.microsoft.com/office/drawing/2014/main" id="{3A816325-293D-0EB0-0D03-D16D885310C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66716C4-44B0-5089-0A82-12DDFF41397E}"/>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F744C7C-8EFD-483E-7755-C6EED3BB5402}"/>
              </a:ext>
            </a:extLst>
          </p:cNvPr>
          <p:cNvSpPr>
            <a:spLocks noGrp="1" noChangeArrowheads="1"/>
          </p:cNvSpPr>
          <p:nvPr>
            <p:ph type="sldNum" sz="quarter" idx="12"/>
          </p:nvPr>
        </p:nvSpPr>
        <p:spPr/>
        <p:txBody>
          <a:bodyPr/>
          <a:lstStyle>
            <a:lvl1pPr>
              <a:defRPr/>
            </a:lvl1pPr>
          </a:lstStyle>
          <a:p>
            <a:fld id="{C95C7DB5-3981-4746-AA00-721D9F386B2B}" type="slidenum">
              <a:rPr lang="en-US" altLang="en-US"/>
              <a:pPr/>
              <a:t>‹#›</a:t>
            </a:fld>
            <a:endParaRPr lang="en-US" altLang="en-US"/>
          </a:p>
        </p:txBody>
      </p:sp>
    </p:spTree>
    <p:extLst>
      <p:ext uri="{BB962C8B-B14F-4D97-AF65-F5344CB8AC3E}">
        <p14:creationId xmlns:p14="http://schemas.microsoft.com/office/powerpoint/2010/main" val="2900599841"/>
      </p:ext>
    </p:extLst>
  </p:cSld>
  <p:clrMapOvr>
    <a:masterClrMapping/>
  </p:clrMapOvr>
  <p:transition spd="slow">
    <p:blinds dir="vert"/>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C4EAF0A-FC42-B429-5C28-1E23DACA859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FE6247B-2085-EB6B-F64E-1F9F3ED7746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88712B2-994A-3AAE-18FB-FF2BCA06C91D}"/>
              </a:ext>
            </a:extLst>
          </p:cNvPr>
          <p:cNvSpPr>
            <a:spLocks noGrp="1" noChangeArrowheads="1"/>
          </p:cNvSpPr>
          <p:nvPr>
            <p:ph type="sldNum" sz="quarter" idx="12"/>
          </p:nvPr>
        </p:nvSpPr>
        <p:spPr>
          <a:ln/>
        </p:spPr>
        <p:txBody>
          <a:bodyPr/>
          <a:lstStyle>
            <a:lvl1pPr>
              <a:defRPr/>
            </a:lvl1pPr>
          </a:lstStyle>
          <a:p>
            <a:fld id="{0D152007-1381-0849-B28B-DFAF33DE831F}" type="slidenum">
              <a:rPr lang="en-US" altLang="en-US"/>
              <a:pPr/>
              <a:t>‹#›</a:t>
            </a:fld>
            <a:endParaRPr lang="en-US" altLang="en-US"/>
          </a:p>
        </p:txBody>
      </p:sp>
    </p:spTree>
    <p:extLst>
      <p:ext uri="{BB962C8B-B14F-4D97-AF65-F5344CB8AC3E}">
        <p14:creationId xmlns:p14="http://schemas.microsoft.com/office/powerpoint/2010/main" val="2655556341"/>
      </p:ext>
    </p:extLst>
  </p:cSld>
  <p:clrMapOvr>
    <a:masterClrMapping/>
  </p:clrMapOvr>
  <p:transition spd="slow">
    <p:blinds dir="vert"/>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FE3F333-03FD-3C2B-766E-CF2827CF279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F09A8F8-B247-62E1-315A-8AE758EA46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37D7569-96D8-7CF8-CAC4-542865431991}"/>
              </a:ext>
            </a:extLst>
          </p:cNvPr>
          <p:cNvSpPr>
            <a:spLocks noGrp="1" noChangeArrowheads="1"/>
          </p:cNvSpPr>
          <p:nvPr>
            <p:ph type="sldNum" sz="quarter" idx="12"/>
          </p:nvPr>
        </p:nvSpPr>
        <p:spPr>
          <a:ln/>
        </p:spPr>
        <p:txBody>
          <a:bodyPr/>
          <a:lstStyle>
            <a:lvl1pPr>
              <a:defRPr/>
            </a:lvl1pPr>
          </a:lstStyle>
          <a:p>
            <a:fld id="{FD93709E-7C27-1343-ACD5-636AB4DF5338}" type="slidenum">
              <a:rPr lang="en-US" altLang="en-US"/>
              <a:pPr/>
              <a:t>‹#›</a:t>
            </a:fld>
            <a:endParaRPr lang="en-US" altLang="en-US"/>
          </a:p>
        </p:txBody>
      </p:sp>
    </p:spTree>
    <p:extLst>
      <p:ext uri="{BB962C8B-B14F-4D97-AF65-F5344CB8AC3E}">
        <p14:creationId xmlns:p14="http://schemas.microsoft.com/office/powerpoint/2010/main" val="3530477912"/>
      </p:ext>
    </p:extLst>
  </p:cSld>
  <p:clrMapOvr>
    <a:masterClrMapping/>
  </p:clrMapOvr>
  <p:transition spd="slow">
    <p:blinds dir="vert"/>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1600" y="762000"/>
            <a:ext cx="3810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4000" y="762000"/>
            <a:ext cx="3810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B3A04A9-28E6-A0A3-3BE2-0A10864ABB1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7484649-6243-6263-1A9D-5F2F43E89FF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FE70C90-24A9-91C8-2E2A-813FA7737ED8}"/>
              </a:ext>
            </a:extLst>
          </p:cNvPr>
          <p:cNvSpPr>
            <a:spLocks noGrp="1" noChangeArrowheads="1"/>
          </p:cNvSpPr>
          <p:nvPr>
            <p:ph type="sldNum" sz="quarter" idx="12"/>
          </p:nvPr>
        </p:nvSpPr>
        <p:spPr>
          <a:ln/>
        </p:spPr>
        <p:txBody>
          <a:bodyPr/>
          <a:lstStyle>
            <a:lvl1pPr>
              <a:defRPr/>
            </a:lvl1pPr>
          </a:lstStyle>
          <a:p>
            <a:fld id="{23E50132-4970-1746-8981-0D43A58BCE13}" type="slidenum">
              <a:rPr lang="en-US" altLang="en-US"/>
              <a:pPr/>
              <a:t>‹#›</a:t>
            </a:fld>
            <a:endParaRPr lang="en-US" altLang="en-US"/>
          </a:p>
        </p:txBody>
      </p:sp>
    </p:spTree>
    <p:extLst>
      <p:ext uri="{BB962C8B-B14F-4D97-AF65-F5344CB8AC3E}">
        <p14:creationId xmlns:p14="http://schemas.microsoft.com/office/powerpoint/2010/main" val="2412095677"/>
      </p:ext>
    </p:extLst>
  </p:cSld>
  <p:clrMapOvr>
    <a:masterClrMapping/>
  </p:clrMapOvr>
  <p:transition spd="slow">
    <p:blinds dir="vert"/>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1473B04-149D-CFE0-34DA-A9E5FBE2FAC5}"/>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76708C9-760D-9CAC-A379-2CF6CC202AC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3F720DE4-BB33-9D6D-F723-4BAE17240155}"/>
              </a:ext>
            </a:extLst>
          </p:cNvPr>
          <p:cNvSpPr>
            <a:spLocks noGrp="1" noChangeArrowheads="1"/>
          </p:cNvSpPr>
          <p:nvPr>
            <p:ph type="sldNum" sz="quarter" idx="12"/>
          </p:nvPr>
        </p:nvSpPr>
        <p:spPr>
          <a:ln/>
        </p:spPr>
        <p:txBody>
          <a:bodyPr/>
          <a:lstStyle>
            <a:lvl1pPr>
              <a:defRPr/>
            </a:lvl1pPr>
          </a:lstStyle>
          <a:p>
            <a:fld id="{6E2E3C8F-5F15-FB4D-9746-EEF7154A24FA}" type="slidenum">
              <a:rPr lang="en-US" altLang="en-US"/>
              <a:pPr/>
              <a:t>‹#›</a:t>
            </a:fld>
            <a:endParaRPr lang="en-US" altLang="en-US"/>
          </a:p>
        </p:txBody>
      </p:sp>
    </p:spTree>
    <p:extLst>
      <p:ext uri="{BB962C8B-B14F-4D97-AF65-F5344CB8AC3E}">
        <p14:creationId xmlns:p14="http://schemas.microsoft.com/office/powerpoint/2010/main" val="3715076415"/>
      </p:ext>
    </p:extLst>
  </p:cSld>
  <p:clrMapOvr>
    <a:masterClrMapping/>
  </p:clrMapOvr>
  <p:transition spd="slow">
    <p:blinds dir="vert"/>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0C6CF29-A10C-FDCB-27D9-4D12E5B0280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B2D5215-D25A-52EB-F428-DE5F94D2AF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01F340E-C5A6-2E3C-CA10-2DBC08FFC837}"/>
              </a:ext>
            </a:extLst>
          </p:cNvPr>
          <p:cNvSpPr>
            <a:spLocks noGrp="1" noChangeArrowheads="1"/>
          </p:cNvSpPr>
          <p:nvPr>
            <p:ph type="sldNum" sz="quarter" idx="12"/>
          </p:nvPr>
        </p:nvSpPr>
        <p:spPr>
          <a:ln/>
        </p:spPr>
        <p:txBody>
          <a:bodyPr/>
          <a:lstStyle>
            <a:lvl1pPr>
              <a:defRPr/>
            </a:lvl1pPr>
          </a:lstStyle>
          <a:p>
            <a:fld id="{03F8B586-9314-0442-A14C-F9E07E221076}" type="slidenum">
              <a:rPr lang="en-US" altLang="en-US"/>
              <a:pPr/>
              <a:t>‹#›</a:t>
            </a:fld>
            <a:endParaRPr lang="en-US" altLang="en-US"/>
          </a:p>
        </p:txBody>
      </p:sp>
    </p:spTree>
    <p:extLst>
      <p:ext uri="{BB962C8B-B14F-4D97-AF65-F5344CB8AC3E}">
        <p14:creationId xmlns:p14="http://schemas.microsoft.com/office/powerpoint/2010/main" val="2408893875"/>
      </p:ext>
    </p:extLst>
  </p:cSld>
  <p:clrMapOvr>
    <a:masterClrMapping/>
  </p:clrMapOvr>
  <p:transition spd="slow">
    <p:blinds dir="vert"/>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79065D7-946F-7B2B-5601-A754F54B9B1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67F5FA45-1184-B807-E778-68192D3298A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82623B0-1E50-6882-5A00-5947F0E052FA}"/>
              </a:ext>
            </a:extLst>
          </p:cNvPr>
          <p:cNvSpPr>
            <a:spLocks noGrp="1" noChangeArrowheads="1"/>
          </p:cNvSpPr>
          <p:nvPr>
            <p:ph type="sldNum" sz="quarter" idx="12"/>
          </p:nvPr>
        </p:nvSpPr>
        <p:spPr>
          <a:ln/>
        </p:spPr>
        <p:txBody>
          <a:bodyPr/>
          <a:lstStyle>
            <a:lvl1pPr>
              <a:defRPr/>
            </a:lvl1pPr>
          </a:lstStyle>
          <a:p>
            <a:fld id="{13C1C707-5965-6A44-BDAC-76E07AF2AF27}" type="slidenum">
              <a:rPr lang="en-US" altLang="en-US"/>
              <a:pPr/>
              <a:t>‹#›</a:t>
            </a:fld>
            <a:endParaRPr lang="en-US" altLang="en-US"/>
          </a:p>
        </p:txBody>
      </p:sp>
    </p:spTree>
    <p:extLst>
      <p:ext uri="{BB962C8B-B14F-4D97-AF65-F5344CB8AC3E}">
        <p14:creationId xmlns:p14="http://schemas.microsoft.com/office/powerpoint/2010/main" val="4228806633"/>
      </p:ext>
    </p:extLst>
  </p:cSld>
  <p:clrMapOvr>
    <a:masterClrMapping/>
  </p:clrMapOvr>
  <p:transition spd="slow">
    <p:blinds dir="vert"/>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9443A78-DC6C-5A06-9CF8-A1A8FF54553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C73FC99-A495-3CB7-DEAD-5FDD66947C8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7D073C0-C839-86B6-536E-8F6B658F5847}"/>
              </a:ext>
            </a:extLst>
          </p:cNvPr>
          <p:cNvSpPr>
            <a:spLocks noGrp="1" noChangeArrowheads="1"/>
          </p:cNvSpPr>
          <p:nvPr>
            <p:ph type="sldNum" sz="quarter" idx="12"/>
          </p:nvPr>
        </p:nvSpPr>
        <p:spPr>
          <a:ln/>
        </p:spPr>
        <p:txBody>
          <a:bodyPr/>
          <a:lstStyle>
            <a:lvl1pPr>
              <a:defRPr/>
            </a:lvl1pPr>
          </a:lstStyle>
          <a:p>
            <a:fld id="{123F957F-6F25-674A-AE53-854617082F10}" type="slidenum">
              <a:rPr lang="en-US" altLang="en-US"/>
              <a:pPr/>
              <a:t>‹#›</a:t>
            </a:fld>
            <a:endParaRPr lang="en-US" altLang="en-US"/>
          </a:p>
        </p:txBody>
      </p:sp>
    </p:spTree>
    <p:extLst>
      <p:ext uri="{BB962C8B-B14F-4D97-AF65-F5344CB8AC3E}">
        <p14:creationId xmlns:p14="http://schemas.microsoft.com/office/powerpoint/2010/main" val="455882383"/>
      </p:ext>
    </p:extLst>
  </p:cSld>
  <p:clrMapOvr>
    <a:masterClrMapping/>
  </p:clrMapOvr>
  <p:transition spd="slow">
    <p:blinds dir="vert"/>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FFCCC57-46CF-D8A0-2709-8022D30FD3C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C677A13-90C4-D3DD-8529-4D21F62E79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E419C9B-2C6C-4DAB-4A32-98CC9561E46D}"/>
              </a:ext>
            </a:extLst>
          </p:cNvPr>
          <p:cNvSpPr>
            <a:spLocks noGrp="1" noChangeArrowheads="1"/>
          </p:cNvSpPr>
          <p:nvPr>
            <p:ph type="sldNum" sz="quarter" idx="12"/>
          </p:nvPr>
        </p:nvSpPr>
        <p:spPr>
          <a:ln/>
        </p:spPr>
        <p:txBody>
          <a:bodyPr/>
          <a:lstStyle>
            <a:lvl1pPr>
              <a:defRPr/>
            </a:lvl1pPr>
          </a:lstStyle>
          <a:p>
            <a:fld id="{25144C06-4454-6246-A142-3C47F29F9590}" type="slidenum">
              <a:rPr lang="en-US" altLang="en-US"/>
              <a:pPr/>
              <a:t>‹#›</a:t>
            </a:fld>
            <a:endParaRPr lang="en-US" altLang="en-US"/>
          </a:p>
        </p:txBody>
      </p:sp>
    </p:spTree>
    <p:extLst>
      <p:ext uri="{BB962C8B-B14F-4D97-AF65-F5344CB8AC3E}">
        <p14:creationId xmlns:p14="http://schemas.microsoft.com/office/powerpoint/2010/main" val="3423933191"/>
      </p:ext>
    </p:extLst>
  </p:cSld>
  <p:clrMapOvr>
    <a:masterClrMapping/>
  </p:clrMapOvr>
  <p:transition spd="slow">
    <p:blinds dir="vert"/>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5B9E766-28F2-7FDB-5652-F35914776A6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12756EC-C952-F06E-DA2C-8E59E05102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77D04FD-25C0-506E-A2C3-5E207E6B7A5E}"/>
              </a:ext>
            </a:extLst>
          </p:cNvPr>
          <p:cNvSpPr>
            <a:spLocks noGrp="1" noChangeArrowheads="1"/>
          </p:cNvSpPr>
          <p:nvPr>
            <p:ph type="sldNum" sz="quarter" idx="12"/>
          </p:nvPr>
        </p:nvSpPr>
        <p:spPr>
          <a:ln/>
        </p:spPr>
        <p:txBody>
          <a:bodyPr/>
          <a:lstStyle>
            <a:lvl1pPr>
              <a:defRPr/>
            </a:lvl1pPr>
          </a:lstStyle>
          <a:p>
            <a:fld id="{6CDDE045-10B1-4347-B95A-5C5818386364}" type="slidenum">
              <a:rPr lang="en-US" altLang="en-US"/>
              <a:pPr/>
              <a:t>‹#›</a:t>
            </a:fld>
            <a:endParaRPr lang="en-US" altLang="en-US"/>
          </a:p>
        </p:txBody>
      </p:sp>
    </p:spTree>
    <p:extLst>
      <p:ext uri="{BB962C8B-B14F-4D97-AF65-F5344CB8AC3E}">
        <p14:creationId xmlns:p14="http://schemas.microsoft.com/office/powerpoint/2010/main" val="171070665"/>
      </p:ext>
    </p:extLst>
  </p:cSld>
  <p:clrMapOvr>
    <a:masterClrMapping/>
  </p:clrMapOvr>
  <p:transition spd="slow">
    <p:blinds dir="vert"/>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477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47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E6783E6-BB0B-7FF6-4214-4F4781B1964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A8EE55F-C583-F19D-8C75-A2AE3DF587F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D363519-30C4-C9F7-53B8-FA1911C1C52B}"/>
              </a:ext>
            </a:extLst>
          </p:cNvPr>
          <p:cNvSpPr>
            <a:spLocks noGrp="1" noChangeArrowheads="1"/>
          </p:cNvSpPr>
          <p:nvPr>
            <p:ph type="sldNum" sz="quarter" idx="12"/>
          </p:nvPr>
        </p:nvSpPr>
        <p:spPr>
          <a:ln/>
        </p:spPr>
        <p:txBody>
          <a:bodyPr/>
          <a:lstStyle>
            <a:lvl1pPr>
              <a:defRPr/>
            </a:lvl1pPr>
          </a:lstStyle>
          <a:p>
            <a:fld id="{7F05258B-92E7-1C4A-ABDC-E27C4D7D7504}" type="slidenum">
              <a:rPr lang="en-US" altLang="en-US"/>
              <a:pPr/>
              <a:t>‹#›</a:t>
            </a:fld>
            <a:endParaRPr lang="en-US" altLang="en-US"/>
          </a:p>
        </p:txBody>
      </p:sp>
    </p:spTree>
    <p:extLst>
      <p:ext uri="{BB962C8B-B14F-4D97-AF65-F5344CB8AC3E}">
        <p14:creationId xmlns:p14="http://schemas.microsoft.com/office/powerpoint/2010/main" val="1734730045"/>
      </p:ext>
    </p:extLst>
  </p:cSld>
  <p:clrMapOvr>
    <a:masterClrMapping/>
  </p:clrMapOvr>
  <p:transition spd="slow">
    <p:blinds dir="vert"/>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quarter" idx="1"/>
          </p:nvPr>
        </p:nvSpPr>
        <p:spPr>
          <a:xfrm>
            <a:off x="13716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3716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half" idx="3"/>
          </p:nvPr>
        </p:nvSpPr>
        <p:spPr>
          <a:xfrm>
            <a:off x="53340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6A5B073F-88CF-1733-DF08-61901C49BB26}"/>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14C1896E-2950-32CF-F225-22851AD9D1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F07224C5-10F5-0D41-39C9-C74211B8AB95}"/>
              </a:ext>
            </a:extLst>
          </p:cNvPr>
          <p:cNvSpPr>
            <a:spLocks noGrp="1" noChangeArrowheads="1"/>
          </p:cNvSpPr>
          <p:nvPr>
            <p:ph type="sldNum" sz="quarter" idx="12"/>
          </p:nvPr>
        </p:nvSpPr>
        <p:spPr>
          <a:ln/>
        </p:spPr>
        <p:txBody>
          <a:bodyPr/>
          <a:lstStyle>
            <a:lvl1pPr>
              <a:defRPr/>
            </a:lvl1pPr>
          </a:lstStyle>
          <a:p>
            <a:fld id="{0BB63427-25AE-584E-8F38-184294514FAF}" type="slidenum">
              <a:rPr lang="en-US" altLang="en-US"/>
              <a:pPr/>
              <a:t>‹#›</a:t>
            </a:fld>
            <a:endParaRPr lang="en-US" altLang="en-US"/>
          </a:p>
        </p:txBody>
      </p:sp>
    </p:spTree>
    <p:extLst>
      <p:ext uri="{BB962C8B-B14F-4D97-AF65-F5344CB8AC3E}">
        <p14:creationId xmlns:p14="http://schemas.microsoft.com/office/powerpoint/2010/main" val="2666881063"/>
      </p:ext>
    </p:extLst>
  </p:cSld>
  <p:clrMapOvr>
    <a:masterClrMapping/>
  </p:clrMapOvr>
  <p:transition spd="slow">
    <p:blinds dir="vert"/>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Text Placeholder 2"/>
          <p:cNvSpPr>
            <a:spLocks noGrp="1"/>
          </p:cNvSpPr>
          <p:nvPr>
            <p:ph type="body" sz="half" idx="1"/>
          </p:nvPr>
        </p:nvSpPr>
        <p:spPr>
          <a:xfrm>
            <a:off x="13716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3340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3340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12A37365-CFA1-84F0-D3E7-EBBA28CDB1E0}"/>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5300B0DE-69C0-0AA4-1F66-D8034863425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6B3C1F52-3529-4226-7B90-ECDA0C6B1DB0}"/>
              </a:ext>
            </a:extLst>
          </p:cNvPr>
          <p:cNvSpPr>
            <a:spLocks noGrp="1" noChangeArrowheads="1"/>
          </p:cNvSpPr>
          <p:nvPr>
            <p:ph type="sldNum" sz="quarter" idx="12"/>
          </p:nvPr>
        </p:nvSpPr>
        <p:spPr>
          <a:ln/>
        </p:spPr>
        <p:txBody>
          <a:bodyPr/>
          <a:lstStyle>
            <a:lvl1pPr>
              <a:defRPr/>
            </a:lvl1pPr>
          </a:lstStyle>
          <a:p>
            <a:fld id="{DC0FDDAF-A8BD-5C47-9AAE-B89EC62B3A71}" type="slidenum">
              <a:rPr lang="en-US" altLang="en-US"/>
              <a:pPr/>
              <a:t>‹#›</a:t>
            </a:fld>
            <a:endParaRPr lang="en-US" altLang="en-US"/>
          </a:p>
        </p:txBody>
      </p:sp>
    </p:spTree>
    <p:extLst>
      <p:ext uri="{BB962C8B-B14F-4D97-AF65-F5344CB8AC3E}">
        <p14:creationId xmlns:p14="http://schemas.microsoft.com/office/powerpoint/2010/main" val="416520160"/>
      </p:ext>
    </p:extLst>
  </p:cSld>
  <p:clrMapOvr>
    <a:masterClrMapping/>
  </p:clrMapOvr>
  <p:transition spd="slow">
    <p:blinds dir="vert"/>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quarter" idx="1"/>
          </p:nvPr>
        </p:nvSpPr>
        <p:spPr>
          <a:xfrm>
            <a:off x="1371600" y="7620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371600" y="3695700"/>
            <a:ext cx="38100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5334000" y="762000"/>
            <a:ext cx="381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84379EF1-5EF3-38CC-5B62-9230FD33B34E}"/>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D9172F8A-8EDC-ACBE-6605-60637568BAF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054D76CC-0DA7-6F7D-C91F-49013F78DB75}"/>
              </a:ext>
            </a:extLst>
          </p:cNvPr>
          <p:cNvSpPr>
            <a:spLocks noGrp="1" noChangeArrowheads="1"/>
          </p:cNvSpPr>
          <p:nvPr>
            <p:ph type="sldNum" sz="quarter" idx="12"/>
          </p:nvPr>
        </p:nvSpPr>
        <p:spPr>
          <a:ln/>
        </p:spPr>
        <p:txBody>
          <a:bodyPr/>
          <a:lstStyle>
            <a:lvl1pPr>
              <a:defRPr/>
            </a:lvl1pPr>
          </a:lstStyle>
          <a:p>
            <a:fld id="{C0B44F78-FBEC-084B-BF82-676188ADED83}" type="slidenum">
              <a:rPr lang="en-US" altLang="en-US"/>
              <a:pPr/>
              <a:t>‹#›</a:t>
            </a:fld>
            <a:endParaRPr lang="en-US" altLang="en-US"/>
          </a:p>
        </p:txBody>
      </p:sp>
    </p:spTree>
    <p:extLst>
      <p:ext uri="{BB962C8B-B14F-4D97-AF65-F5344CB8AC3E}">
        <p14:creationId xmlns:p14="http://schemas.microsoft.com/office/powerpoint/2010/main" val="3263950484"/>
      </p:ext>
    </p:extLst>
  </p:cSld>
  <p:clrMapOvr>
    <a:masterClrMapping/>
  </p:clrMapOvr>
  <p:transition spd="slow">
    <p:blinds dir="vert"/>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ontent Placeholder 2"/>
          <p:cNvSpPr>
            <a:spLocks noGrp="1"/>
          </p:cNvSpPr>
          <p:nvPr>
            <p:ph sz="half" idx="1"/>
          </p:nvPr>
        </p:nvSpPr>
        <p:spPr>
          <a:xfrm>
            <a:off x="1371600" y="762000"/>
            <a:ext cx="77724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371600" y="3695700"/>
            <a:ext cx="7772400" cy="2781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C50C803-2B0B-23A5-5F0E-DDFE5FDC069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541FFAE-EFDB-235A-51A8-B00E8594576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0DBFBC4-3287-230A-9D80-D8227476F93F}"/>
              </a:ext>
            </a:extLst>
          </p:cNvPr>
          <p:cNvSpPr>
            <a:spLocks noGrp="1" noChangeArrowheads="1"/>
          </p:cNvSpPr>
          <p:nvPr>
            <p:ph type="sldNum" sz="quarter" idx="12"/>
          </p:nvPr>
        </p:nvSpPr>
        <p:spPr>
          <a:ln/>
        </p:spPr>
        <p:txBody>
          <a:bodyPr/>
          <a:lstStyle>
            <a:lvl1pPr>
              <a:defRPr/>
            </a:lvl1pPr>
          </a:lstStyle>
          <a:p>
            <a:fld id="{6A7088C5-893A-CE49-B809-0940FD61537B}" type="slidenum">
              <a:rPr lang="en-US" altLang="en-US"/>
              <a:pPr/>
              <a:t>‹#›</a:t>
            </a:fld>
            <a:endParaRPr lang="en-US" altLang="en-US"/>
          </a:p>
        </p:txBody>
      </p:sp>
    </p:spTree>
    <p:extLst>
      <p:ext uri="{BB962C8B-B14F-4D97-AF65-F5344CB8AC3E}">
        <p14:creationId xmlns:p14="http://schemas.microsoft.com/office/powerpoint/2010/main" val="18705285"/>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e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1.jpe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image" Target="../media/image1.jpeg"/><Relationship Id="rId2" Type="http://schemas.openxmlformats.org/officeDocument/2006/relationships/slideLayout" Target="../slideLayouts/slideLayout47.xml"/><Relationship Id="rId16" Type="http://schemas.openxmlformats.org/officeDocument/2006/relationships/theme" Target="../theme/theme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71E7A04D-060C-9787-3F25-9AE5B7A926EA}"/>
              </a:ext>
            </a:extLst>
          </p:cNvPr>
          <p:cNvSpPr>
            <a:spLocks noGrp="1" noChangeArrowheads="1"/>
          </p:cNvSpPr>
          <p:nvPr>
            <p:ph type="body" idx="1"/>
          </p:nvPr>
        </p:nvSpPr>
        <p:spPr bwMode="auto">
          <a:xfrm>
            <a:off x="1371600" y="762000"/>
            <a:ext cx="7772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7" name="Rectangle 2">
            <a:extLst>
              <a:ext uri="{FF2B5EF4-FFF2-40B4-BE49-F238E27FC236}">
                <a16:creationId xmlns:a16="http://schemas.microsoft.com/office/drawing/2014/main" id="{592F6329-1FFD-D663-D3AD-820AE7061B75}"/>
              </a:ext>
            </a:extLst>
          </p:cNvPr>
          <p:cNvSpPr>
            <a:spLocks noGrp="1" noChangeArrowheads="1"/>
          </p:cNvSpPr>
          <p:nvPr>
            <p:ph type="title"/>
          </p:nvPr>
        </p:nvSpPr>
        <p:spPr bwMode="auto">
          <a:xfrm>
            <a:off x="0" y="0"/>
            <a:ext cx="9144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6673F928-9A5D-89A2-4433-457A5F14407F}"/>
              </a:ext>
            </a:extLst>
          </p:cNvPr>
          <p:cNvSpPr>
            <a:spLocks noGrp="1" noChangeArrowheads="1"/>
          </p:cNvSpPr>
          <p:nvPr>
            <p:ph type="dt" sz="half" idx="2"/>
          </p:nvPr>
        </p:nvSpPr>
        <p:spPr bwMode="auto">
          <a:xfrm>
            <a:off x="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b="1">
                <a:latin typeface="Arial" charset="0"/>
              </a:defRPr>
            </a:lvl1pPr>
          </a:lstStyle>
          <a:p>
            <a:pPr>
              <a:defRPr/>
            </a:pPr>
            <a:endParaRPr lang="en-US"/>
          </a:p>
        </p:txBody>
      </p:sp>
      <p:sp>
        <p:nvSpPr>
          <p:cNvPr id="1029" name="Rectangle 5">
            <a:extLst>
              <a:ext uri="{FF2B5EF4-FFF2-40B4-BE49-F238E27FC236}">
                <a16:creationId xmlns:a16="http://schemas.microsoft.com/office/drawing/2014/main" id="{CF3C1916-9847-283F-BA1C-798964F663FD}"/>
              </a:ext>
            </a:extLst>
          </p:cNvPr>
          <p:cNvSpPr>
            <a:spLocks noGrp="1" noChangeArrowheads="1"/>
          </p:cNvSpPr>
          <p:nvPr>
            <p:ph type="ftr" sz="quarter" idx="3"/>
          </p:nvPr>
        </p:nvSpPr>
        <p:spPr bwMode="auto">
          <a:xfrm>
            <a:off x="3124200" y="6629400"/>
            <a:ext cx="2895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b="1">
                <a:latin typeface="Arial" charset="0"/>
              </a:defRPr>
            </a:lvl1pPr>
          </a:lstStyle>
          <a:p>
            <a:pPr>
              <a:defRPr/>
            </a:pPr>
            <a:endParaRPr lang="en-US"/>
          </a:p>
        </p:txBody>
      </p:sp>
      <p:sp>
        <p:nvSpPr>
          <p:cNvPr id="1030" name="Rectangle 6">
            <a:extLst>
              <a:ext uri="{FF2B5EF4-FFF2-40B4-BE49-F238E27FC236}">
                <a16:creationId xmlns:a16="http://schemas.microsoft.com/office/drawing/2014/main" id="{5E9C88B7-F58D-139A-CA81-F80F130677DB}"/>
              </a:ext>
            </a:extLst>
          </p:cNvPr>
          <p:cNvSpPr>
            <a:spLocks noGrp="1" noChangeArrowheads="1"/>
          </p:cNvSpPr>
          <p:nvPr>
            <p:ph type="sldNum" sz="quarter" idx="4"/>
          </p:nvPr>
        </p:nvSpPr>
        <p:spPr bwMode="auto">
          <a:xfrm>
            <a:off x="723900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b="1"/>
            </a:lvl1pPr>
          </a:lstStyle>
          <a:p>
            <a:fld id="{7C3F7C0E-09C1-0542-9E51-D52A8577D7E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16"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Lst>
  <p:transition spd="slow">
    <p:blinds dir="vert"/>
  </p:transition>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Impact" pitchFamily="34" charset="0"/>
        </a:defRPr>
      </a:lvl2pPr>
      <a:lvl3pPr algn="ctr" rtl="0" eaLnBrk="0" fontAlgn="base" hangingPunct="0">
        <a:spcBef>
          <a:spcPct val="0"/>
        </a:spcBef>
        <a:spcAft>
          <a:spcPct val="0"/>
        </a:spcAft>
        <a:defRPr sz="4000">
          <a:solidFill>
            <a:schemeClr val="tx2"/>
          </a:solidFill>
          <a:latin typeface="Impact" pitchFamily="34" charset="0"/>
        </a:defRPr>
      </a:lvl3pPr>
      <a:lvl4pPr algn="ctr" rtl="0" eaLnBrk="0" fontAlgn="base" hangingPunct="0">
        <a:spcBef>
          <a:spcPct val="0"/>
        </a:spcBef>
        <a:spcAft>
          <a:spcPct val="0"/>
        </a:spcAft>
        <a:defRPr sz="4000">
          <a:solidFill>
            <a:schemeClr val="tx2"/>
          </a:solidFill>
          <a:latin typeface="Impact" pitchFamily="34" charset="0"/>
        </a:defRPr>
      </a:lvl4pPr>
      <a:lvl5pPr algn="ctr" rtl="0" eaLnBrk="0" fontAlgn="base" hangingPunct="0">
        <a:spcBef>
          <a:spcPct val="0"/>
        </a:spcBef>
        <a:spcAft>
          <a:spcPct val="0"/>
        </a:spcAft>
        <a:defRPr sz="4000">
          <a:solidFill>
            <a:schemeClr val="tx2"/>
          </a:solidFill>
          <a:latin typeface="Impact" pitchFamily="34" charset="0"/>
        </a:defRPr>
      </a:lvl5pPr>
      <a:lvl6pPr marL="457200" algn="ctr" rtl="0" fontAlgn="base">
        <a:spcBef>
          <a:spcPct val="0"/>
        </a:spcBef>
        <a:spcAft>
          <a:spcPct val="0"/>
        </a:spcAft>
        <a:defRPr sz="4000">
          <a:solidFill>
            <a:schemeClr val="tx2"/>
          </a:solidFill>
          <a:latin typeface="Impact" pitchFamily="34" charset="0"/>
        </a:defRPr>
      </a:lvl6pPr>
      <a:lvl7pPr marL="914400" algn="ctr" rtl="0" fontAlgn="base">
        <a:spcBef>
          <a:spcPct val="0"/>
        </a:spcBef>
        <a:spcAft>
          <a:spcPct val="0"/>
        </a:spcAft>
        <a:defRPr sz="4000">
          <a:solidFill>
            <a:schemeClr val="tx2"/>
          </a:solidFill>
          <a:latin typeface="Impact" pitchFamily="34" charset="0"/>
        </a:defRPr>
      </a:lvl7pPr>
      <a:lvl8pPr marL="1371600" algn="ctr" rtl="0" fontAlgn="base">
        <a:spcBef>
          <a:spcPct val="0"/>
        </a:spcBef>
        <a:spcAft>
          <a:spcPct val="0"/>
        </a:spcAft>
        <a:defRPr sz="4000">
          <a:solidFill>
            <a:schemeClr val="tx2"/>
          </a:solidFill>
          <a:latin typeface="Impact" pitchFamily="34" charset="0"/>
        </a:defRPr>
      </a:lvl8pPr>
      <a:lvl9pPr marL="1828800" algn="ctr" rtl="0" fontAlgn="base">
        <a:spcBef>
          <a:spcPct val="0"/>
        </a:spcBef>
        <a:spcAft>
          <a:spcPct val="0"/>
        </a:spcAft>
        <a:defRPr sz="4000">
          <a:solidFill>
            <a:schemeClr val="tx2"/>
          </a:solidFill>
          <a:latin typeface="Impact" pitchFamily="34" charset="0"/>
        </a:defRPr>
      </a:lvl9pPr>
    </p:titleStyle>
    <p:body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defRPr>
      </a:lvl2pPr>
      <a:lvl3pPr marL="1143000" indent="-228600" algn="l" rtl="0" eaLnBrk="0" fontAlgn="base" hangingPunct="0">
        <a:spcBef>
          <a:spcPct val="20000"/>
        </a:spcBef>
        <a:spcAft>
          <a:spcPct val="0"/>
        </a:spcAft>
        <a:buChar char="•"/>
        <a:defRPr sz="2400" b="1">
          <a:solidFill>
            <a:schemeClr val="tx1"/>
          </a:solidFill>
          <a:latin typeface="+mn-lt"/>
        </a:defRPr>
      </a:lvl3pPr>
      <a:lvl4pPr marL="1600200" indent="-228600" algn="l" rtl="0" eaLnBrk="0" fontAlgn="base" hangingPunct="0">
        <a:spcBef>
          <a:spcPct val="20000"/>
        </a:spcBef>
        <a:spcAft>
          <a:spcPct val="0"/>
        </a:spcAft>
        <a:buChar char="•"/>
        <a:defRPr sz="2000" b="1">
          <a:solidFill>
            <a:schemeClr val="tx1"/>
          </a:solidFill>
          <a:latin typeface="+mn-lt"/>
        </a:defRPr>
      </a:lvl4pPr>
      <a:lvl5pPr marL="2057400" indent="-228600" algn="l" rtl="0" eaLnBrk="0" fontAlgn="base" hangingPunct="0">
        <a:spcBef>
          <a:spcPct val="20000"/>
        </a:spcBef>
        <a:spcAft>
          <a:spcPct val="0"/>
        </a:spcAft>
        <a:buChar char="•"/>
        <a:defRPr sz="2000" b="1">
          <a:solidFill>
            <a:schemeClr val="tx1"/>
          </a:solidFill>
          <a:latin typeface="+mn-lt"/>
        </a:defRPr>
      </a:lvl5pPr>
      <a:lvl6pPr marL="2514600" indent="-228600" algn="l" rtl="0" fontAlgn="base">
        <a:spcBef>
          <a:spcPct val="20000"/>
        </a:spcBef>
        <a:spcAft>
          <a:spcPct val="0"/>
        </a:spcAft>
        <a:buChar char="•"/>
        <a:defRPr sz="2000" b="1">
          <a:solidFill>
            <a:schemeClr val="tx1"/>
          </a:solidFill>
          <a:latin typeface="+mn-lt"/>
        </a:defRPr>
      </a:lvl6pPr>
      <a:lvl7pPr marL="2971800" indent="-228600" algn="l" rtl="0" fontAlgn="base">
        <a:spcBef>
          <a:spcPct val="20000"/>
        </a:spcBef>
        <a:spcAft>
          <a:spcPct val="0"/>
        </a:spcAft>
        <a:buChar char="•"/>
        <a:defRPr sz="2000" b="1">
          <a:solidFill>
            <a:schemeClr val="tx1"/>
          </a:solidFill>
          <a:latin typeface="+mn-lt"/>
        </a:defRPr>
      </a:lvl7pPr>
      <a:lvl8pPr marL="3429000" indent="-228600" algn="l" rtl="0" fontAlgn="base">
        <a:spcBef>
          <a:spcPct val="20000"/>
        </a:spcBef>
        <a:spcAft>
          <a:spcPct val="0"/>
        </a:spcAft>
        <a:buChar char="•"/>
        <a:defRPr sz="2000" b="1">
          <a:solidFill>
            <a:schemeClr val="tx1"/>
          </a:solidFill>
          <a:latin typeface="+mn-lt"/>
        </a:defRPr>
      </a:lvl8pPr>
      <a:lvl9pPr marL="3886200" indent="-228600" algn="l" rtl="0" fontAlgn="base">
        <a:spcBef>
          <a:spcPct val="20000"/>
        </a:spcBef>
        <a:spcAft>
          <a:spcPct val="0"/>
        </a:spcAft>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2050" name="Rectangle 3">
            <a:extLst>
              <a:ext uri="{FF2B5EF4-FFF2-40B4-BE49-F238E27FC236}">
                <a16:creationId xmlns:a16="http://schemas.microsoft.com/office/drawing/2014/main" id="{AC14FBE9-58FC-6FD4-C21D-800E4F16F85C}"/>
              </a:ext>
            </a:extLst>
          </p:cNvPr>
          <p:cNvSpPr>
            <a:spLocks noGrp="1" noChangeArrowheads="1"/>
          </p:cNvSpPr>
          <p:nvPr>
            <p:ph type="body" idx="1"/>
          </p:nvPr>
        </p:nvSpPr>
        <p:spPr bwMode="auto">
          <a:xfrm>
            <a:off x="1371600" y="762000"/>
            <a:ext cx="7772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1" name="Rectangle 2">
            <a:extLst>
              <a:ext uri="{FF2B5EF4-FFF2-40B4-BE49-F238E27FC236}">
                <a16:creationId xmlns:a16="http://schemas.microsoft.com/office/drawing/2014/main" id="{7A6FA8DB-DE59-1153-13F6-983163474F79}"/>
              </a:ext>
            </a:extLst>
          </p:cNvPr>
          <p:cNvSpPr>
            <a:spLocks noGrp="1" noChangeArrowheads="1"/>
          </p:cNvSpPr>
          <p:nvPr>
            <p:ph type="title"/>
          </p:nvPr>
        </p:nvSpPr>
        <p:spPr bwMode="auto">
          <a:xfrm>
            <a:off x="0" y="0"/>
            <a:ext cx="9144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E838B5B7-9479-E2CF-3A60-CDF16196317B}"/>
              </a:ext>
            </a:extLst>
          </p:cNvPr>
          <p:cNvSpPr>
            <a:spLocks noGrp="1" noChangeArrowheads="1"/>
          </p:cNvSpPr>
          <p:nvPr>
            <p:ph type="dt" sz="half" idx="2"/>
          </p:nvPr>
        </p:nvSpPr>
        <p:spPr bwMode="auto">
          <a:xfrm>
            <a:off x="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b="1">
                <a:solidFill>
                  <a:srgbClr val="000000"/>
                </a:solidFill>
                <a:latin typeface="Arial" charset="0"/>
              </a:defRPr>
            </a:lvl1pPr>
          </a:lstStyle>
          <a:p>
            <a:pPr>
              <a:defRPr/>
            </a:pPr>
            <a:endParaRPr lang="en-US"/>
          </a:p>
        </p:txBody>
      </p:sp>
      <p:sp>
        <p:nvSpPr>
          <p:cNvPr id="1029" name="Rectangle 5">
            <a:extLst>
              <a:ext uri="{FF2B5EF4-FFF2-40B4-BE49-F238E27FC236}">
                <a16:creationId xmlns:a16="http://schemas.microsoft.com/office/drawing/2014/main" id="{3CF83C8A-0E0A-4F77-D649-44FD3551F366}"/>
              </a:ext>
            </a:extLst>
          </p:cNvPr>
          <p:cNvSpPr>
            <a:spLocks noGrp="1" noChangeArrowheads="1"/>
          </p:cNvSpPr>
          <p:nvPr>
            <p:ph type="ftr" sz="quarter" idx="3"/>
          </p:nvPr>
        </p:nvSpPr>
        <p:spPr bwMode="auto">
          <a:xfrm>
            <a:off x="3124200" y="6629400"/>
            <a:ext cx="2895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b="1">
                <a:solidFill>
                  <a:srgbClr val="000000"/>
                </a:solidFill>
                <a:latin typeface="Arial" charset="0"/>
              </a:defRPr>
            </a:lvl1pPr>
          </a:lstStyle>
          <a:p>
            <a:pPr>
              <a:defRPr/>
            </a:pPr>
            <a:endParaRPr lang="en-US"/>
          </a:p>
        </p:txBody>
      </p:sp>
      <p:sp>
        <p:nvSpPr>
          <p:cNvPr id="1030" name="Rectangle 6">
            <a:extLst>
              <a:ext uri="{FF2B5EF4-FFF2-40B4-BE49-F238E27FC236}">
                <a16:creationId xmlns:a16="http://schemas.microsoft.com/office/drawing/2014/main" id="{7AA34291-D2EA-F4D9-1F66-8A72D3318B51}"/>
              </a:ext>
            </a:extLst>
          </p:cNvPr>
          <p:cNvSpPr>
            <a:spLocks noGrp="1" noChangeArrowheads="1"/>
          </p:cNvSpPr>
          <p:nvPr>
            <p:ph type="sldNum" sz="quarter" idx="4"/>
          </p:nvPr>
        </p:nvSpPr>
        <p:spPr bwMode="auto">
          <a:xfrm>
            <a:off x="723900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b="1">
                <a:solidFill>
                  <a:srgbClr val="000000"/>
                </a:solidFill>
              </a:defRPr>
            </a:lvl1pPr>
          </a:lstStyle>
          <a:p>
            <a:fld id="{7BABEAC4-827A-1F4C-B01E-7F048A7707E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17"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6" r:id="rId14"/>
    <p:sldLayoutId id="2147483887" r:id="rId15"/>
  </p:sldLayoutIdLst>
  <p:transition spd="slow">
    <p:blinds dir="vert"/>
  </p:transition>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Impact" pitchFamily="34" charset="0"/>
        </a:defRPr>
      </a:lvl2pPr>
      <a:lvl3pPr algn="ctr" rtl="0" eaLnBrk="0" fontAlgn="base" hangingPunct="0">
        <a:spcBef>
          <a:spcPct val="0"/>
        </a:spcBef>
        <a:spcAft>
          <a:spcPct val="0"/>
        </a:spcAft>
        <a:defRPr sz="4000">
          <a:solidFill>
            <a:schemeClr val="tx2"/>
          </a:solidFill>
          <a:latin typeface="Impact" pitchFamily="34" charset="0"/>
        </a:defRPr>
      </a:lvl3pPr>
      <a:lvl4pPr algn="ctr" rtl="0" eaLnBrk="0" fontAlgn="base" hangingPunct="0">
        <a:spcBef>
          <a:spcPct val="0"/>
        </a:spcBef>
        <a:spcAft>
          <a:spcPct val="0"/>
        </a:spcAft>
        <a:defRPr sz="4000">
          <a:solidFill>
            <a:schemeClr val="tx2"/>
          </a:solidFill>
          <a:latin typeface="Impact" pitchFamily="34" charset="0"/>
        </a:defRPr>
      </a:lvl4pPr>
      <a:lvl5pPr algn="ctr" rtl="0" eaLnBrk="0" fontAlgn="base" hangingPunct="0">
        <a:spcBef>
          <a:spcPct val="0"/>
        </a:spcBef>
        <a:spcAft>
          <a:spcPct val="0"/>
        </a:spcAft>
        <a:defRPr sz="4000">
          <a:solidFill>
            <a:schemeClr val="tx2"/>
          </a:solidFill>
          <a:latin typeface="Impact" pitchFamily="34" charset="0"/>
        </a:defRPr>
      </a:lvl5pPr>
      <a:lvl6pPr marL="457200" algn="ctr" rtl="0" fontAlgn="base">
        <a:spcBef>
          <a:spcPct val="0"/>
        </a:spcBef>
        <a:spcAft>
          <a:spcPct val="0"/>
        </a:spcAft>
        <a:defRPr sz="4000">
          <a:solidFill>
            <a:schemeClr val="tx2"/>
          </a:solidFill>
          <a:latin typeface="Impact" pitchFamily="34" charset="0"/>
        </a:defRPr>
      </a:lvl6pPr>
      <a:lvl7pPr marL="914400" algn="ctr" rtl="0" fontAlgn="base">
        <a:spcBef>
          <a:spcPct val="0"/>
        </a:spcBef>
        <a:spcAft>
          <a:spcPct val="0"/>
        </a:spcAft>
        <a:defRPr sz="4000">
          <a:solidFill>
            <a:schemeClr val="tx2"/>
          </a:solidFill>
          <a:latin typeface="Impact" pitchFamily="34" charset="0"/>
        </a:defRPr>
      </a:lvl7pPr>
      <a:lvl8pPr marL="1371600" algn="ctr" rtl="0" fontAlgn="base">
        <a:spcBef>
          <a:spcPct val="0"/>
        </a:spcBef>
        <a:spcAft>
          <a:spcPct val="0"/>
        </a:spcAft>
        <a:defRPr sz="4000">
          <a:solidFill>
            <a:schemeClr val="tx2"/>
          </a:solidFill>
          <a:latin typeface="Impact" pitchFamily="34" charset="0"/>
        </a:defRPr>
      </a:lvl8pPr>
      <a:lvl9pPr marL="1828800" algn="ctr" rtl="0" fontAlgn="base">
        <a:spcBef>
          <a:spcPct val="0"/>
        </a:spcBef>
        <a:spcAft>
          <a:spcPct val="0"/>
        </a:spcAft>
        <a:defRPr sz="4000">
          <a:solidFill>
            <a:schemeClr val="tx2"/>
          </a:solidFill>
          <a:latin typeface="Impact" pitchFamily="34" charset="0"/>
        </a:defRPr>
      </a:lvl9pPr>
    </p:titleStyle>
    <p:body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defRPr>
      </a:lvl2pPr>
      <a:lvl3pPr marL="1143000" indent="-228600" algn="l" rtl="0" eaLnBrk="0" fontAlgn="base" hangingPunct="0">
        <a:spcBef>
          <a:spcPct val="20000"/>
        </a:spcBef>
        <a:spcAft>
          <a:spcPct val="0"/>
        </a:spcAft>
        <a:buChar char="•"/>
        <a:defRPr sz="2400" b="1">
          <a:solidFill>
            <a:schemeClr val="tx1"/>
          </a:solidFill>
          <a:latin typeface="+mn-lt"/>
        </a:defRPr>
      </a:lvl3pPr>
      <a:lvl4pPr marL="1600200" indent="-228600" algn="l" rtl="0" eaLnBrk="0" fontAlgn="base" hangingPunct="0">
        <a:spcBef>
          <a:spcPct val="20000"/>
        </a:spcBef>
        <a:spcAft>
          <a:spcPct val="0"/>
        </a:spcAft>
        <a:buChar char="•"/>
        <a:defRPr sz="2000" b="1">
          <a:solidFill>
            <a:schemeClr val="tx1"/>
          </a:solidFill>
          <a:latin typeface="+mn-lt"/>
        </a:defRPr>
      </a:lvl4pPr>
      <a:lvl5pPr marL="2057400" indent="-228600" algn="l" rtl="0" eaLnBrk="0" fontAlgn="base" hangingPunct="0">
        <a:spcBef>
          <a:spcPct val="20000"/>
        </a:spcBef>
        <a:spcAft>
          <a:spcPct val="0"/>
        </a:spcAft>
        <a:buChar char="•"/>
        <a:defRPr sz="2000" b="1">
          <a:solidFill>
            <a:schemeClr val="tx1"/>
          </a:solidFill>
          <a:latin typeface="+mn-lt"/>
        </a:defRPr>
      </a:lvl5pPr>
      <a:lvl6pPr marL="2514600" indent="-228600" algn="l" rtl="0" fontAlgn="base">
        <a:spcBef>
          <a:spcPct val="20000"/>
        </a:spcBef>
        <a:spcAft>
          <a:spcPct val="0"/>
        </a:spcAft>
        <a:buChar char="•"/>
        <a:defRPr sz="2000" b="1">
          <a:solidFill>
            <a:schemeClr val="tx1"/>
          </a:solidFill>
          <a:latin typeface="+mn-lt"/>
        </a:defRPr>
      </a:lvl6pPr>
      <a:lvl7pPr marL="2971800" indent="-228600" algn="l" rtl="0" fontAlgn="base">
        <a:spcBef>
          <a:spcPct val="20000"/>
        </a:spcBef>
        <a:spcAft>
          <a:spcPct val="0"/>
        </a:spcAft>
        <a:buChar char="•"/>
        <a:defRPr sz="2000" b="1">
          <a:solidFill>
            <a:schemeClr val="tx1"/>
          </a:solidFill>
          <a:latin typeface="+mn-lt"/>
        </a:defRPr>
      </a:lvl7pPr>
      <a:lvl8pPr marL="3429000" indent="-228600" algn="l" rtl="0" fontAlgn="base">
        <a:spcBef>
          <a:spcPct val="20000"/>
        </a:spcBef>
        <a:spcAft>
          <a:spcPct val="0"/>
        </a:spcAft>
        <a:buChar char="•"/>
        <a:defRPr sz="2000" b="1">
          <a:solidFill>
            <a:schemeClr val="tx1"/>
          </a:solidFill>
          <a:latin typeface="+mn-lt"/>
        </a:defRPr>
      </a:lvl8pPr>
      <a:lvl9pPr marL="3886200" indent="-228600" algn="l" rtl="0" fontAlgn="base">
        <a:spcBef>
          <a:spcPct val="20000"/>
        </a:spcBef>
        <a:spcAft>
          <a:spcPct val="0"/>
        </a:spcAft>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0423CC88-119B-132E-606B-A824FA469005}"/>
              </a:ext>
            </a:extLst>
          </p:cNvPr>
          <p:cNvSpPr>
            <a:spLocks noGrp="1" noChangeArrowheads="1"/>
          </p:cNvSpPr>
          <p:nvPr>
            <p:ph type="body" idx="1"/>
          </p:nvPr>
        </p:nvSpPr>
        <p:spPr bwMode="auto">
          <a:xfrm>
            <a:off x="1371600" y="762000"/>
            <a:ext cx="7772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5" name="Rectangle 2">
            <a:extLst>
              <a:ext uri="{FF2B5EF4-FFF2-40B4-BE49-F238E27FC236}">
                <a16:creationId xmlns:a16="http://schemas.microsoft.com/office/drawing/2014/main" id="{40C2A112-3971-751A-FBDE-06A835087D38}"/>
              </a:ext>
            </a:extLst>
          </p:cNvPr>
          <p:cNvSpPr>
            <a:spLocks noGrp="1" noChangeArrowheads="1"/>
          </p:cNvSpPr>
          <p:nvPr>
            <p:ph type="title"/>
          </p:nvPr>
        </p:nvSpPr>
        <p:spPr bwMode="auto">
          <a:xfrm>
            <a:off x="0" y="0"/>
            <a:ext cx="9144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485BA117-5548-9AB6-6BF8-1973415484E7}"/>
              </a:ext>
            </a:extLst>
          </p:cNvPr>
          <p:cNvSpPr>
            <a:spLocks noGrp="1" noChangeArrowheads="1"/>
          </p:cNvSpPr>
          <p:nvPr>
            <p:ph type="dt" sz="half" idx="2"/>
          </p:nvPr>
        </p:nvSpPr>
        <p:spPr bwMode="auto">
          <a:xfrm>
            <a:off x="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b="1">
                <a:solidFill>
                  <a:srgbClr val="000000"/>
                </a:solidFill>
                <a:latin typeface="Arial" charset="0"/>
              </a:defRPr>
            </a:lvl1pPr>
          </a:lstStyle>
          <a:p>
            <a:pPr>
              <a:defRPr/>
            </a:pPr>
            <a:endParaRPr lang="en-US"/>
          </a:p>
        </p:txBody>
      </p:sp>
      <p:sp>
        <p:nvSpPr>
          <p:cNvPr id="1029" name="Rectangle 5">
            <a:extLst>
              <a:ext uri="{FF2B5EF4-FFF2-40B4-BE49-F238E27FC236}">
                <a16:creationId xmlns:a16="http://schemas.microsoft.com/office/drawing/2014/main" id="{B113DFA1-A03C-5520-323B-D4964393AC4D}"/>
              </a:ext>
            </a:extLst>
          </p:cNvPr>
          <p:cNvSpPr>
            <a:spLocks noGrp="1" noChangeArrowheads="1"/>
          </p:cNvSpPr>
          <p:nvPr>
            <p:ph type="ftr" sz="quarter" idx="3"/>
          </p:nvPr>
        </p:nvSpPr>
        <p:spPr bwMode="auto">
          <a:xfrm>
            <a:off x="3124200" y="6629400"/>
            <a:ext cx="2895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b="1">
                <a:solidFill>
                  <a:srgbClr val="000000"/>
                </a:solidFill>
                <a:latin typeface="Arial" charset="0"/>
              </a:defRPr>
            </a:lvl1pPr>
          </a:lstStyle>
          <a:p>
            <a:pPr>
              <a:defRPr/>
            </a:pPr>
            <a:endParaRPr lang="en-US"/>
          </a:p>
        </p:txBody>
      </p:sp>
      <p:sp>
        <p:nvSpPr>
          <p:cNvPr id="1030" name="Rectangle 6">
            <a:extLst>
              <a:ext uri="{FF2B5EF4-FFF2-40B4-BE49-F238E27FC236}">
                <a16:creationId xmlns:a16="http://schemas.microsoft.com/office/drawing/2014/main" id="{937C2B69-B5F3-83F5-B1BF-FC3F4AD5B57D}"/>
              </a:ext>
            </a:extLst>
          </p:cNvPr>
          <p:cNvSpPr>
            <a:spLocks noGrp="1" noChangeArrowheads="1"/>
          </p:cNvSpPr>
          <p:nvPr>
            <p:ph type="sldNum" sz="quarter" idx="4"/>
          </p:nvPr>
        </p:nvSpPr>
        <p:spPr bwMode="auto">
          <a:xfrm>
            <a:off x="723900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b="1">
                <a:solidFill>
                  <a:srgbClr val="000000"/>
                </a:solidFill>
              </a:defRPr>
            </a:lvl1pPr>
          </a:lstStyle>
          <a:p>
            <a:fld id="{96C16C57-7574-1840-91B8-69C515711C3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18"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 id="2147483898" r:id="rId12"/>
    <p:sldLayoutId id="2147483899" r:id="rId13"/>
    <p:sldLayoutId id="2147483900" r:id="rId14"/>
    <p:sldLayoutId id="2147483901" r:id="rId15"/>
  </p:sldLayoutIdLst>
  <p:transition spd="slow">
    <p:blinds dir="vert"/>
  </p:transition>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Impact" pitchFamily="34" charset="0"/>
        </a:defRPr>
      </a:lvl2pPr>
      <a:lvl3pPr algn="ctr" rtl="0" eaLnBrk="0" fontAlgn="base" hangingPunct="0">
        <a:spcBef>
          <a:spcPct val="0"/>
        </a:spcBef>
        <a:spcAft>
          <a:spcPct val="0"/>
        </a:spcAft>
        <a:defRPr sz="4000">
          <a:solidFill>
            <a:schemeClr val="tx2"/>
          </a:solidFill>
          <a:latin typeface="Impact" pitchFamily="34" charset="0"/>
        </a:defRPr>
      </a:lvl3pPr>
      <a:lvl4pPr algn="ctr" rtl="0" eaLnBrk="0" fontAlgn="base" hangingPunct="0">
        <a:spcBef>
          <a:spcPct val="0"/>
        </a:spcBef>
        <a:spcAft>
          <a:spcPct val="0"/>
        </a:spcAft>
        <a:defRPr sz="4000">
          <a:solidFill>
            <a:schemeClr val="tx2"/>
          </a:solidFill>
          <a:latin typeface="Impact" pitchFamily="34" charset="0"/>
        </a:defRPr>
      </a:lvl4pPr>
      <a:lvl5pPr algn="ctr" rtl="0" eaLnBrk="0" fontAlgn="base" hangingPunct="0">
        <a:spcBef>
          <a:spcPct val="0"/>
        </a:spcBef>
        <a:spcAft>
          <a:spcPct val="0"/>
        </a:spcAft>
        <a:defRPr sz="4000">
          <a:solidFill>
            <a:schemeClr val="tx2"/>
          </a:solidFill>
          <a:latin typeface="Impact" pitchFamily="34" charset="0"/>
        </a:defRPr>
      </a:lvl5pPr>
      <a:lvl6pPr marL="457200" algn="ctr" rtl="0" fontAlgn="base">
        <a:spcBef>
          <a:spcPct val="0"/>
        </a:spcBef>
        <a:spcAft>
          <a:spcPct val="0"/>
        </a:spcAft>
        <a:defRPr sz="4000">
          <a:solidFill>
            <a:schemeClr val="tx2"/>
          </a:solidFill>
          <a:latin typeface="Impact" pitchFamily="34" charset="0"/>
        </a:defRPr>
      </a:lvl6pPr>
      <a:lvl7pPr marL="914400" algn="ctr" rtl="0" fontAlgn="base">
        <a:spcBef>
          <a:spcPct val="0"/>
        </a:spcBef>
        <a:spcAft>
          <a:spcPct val="0"/>
        </a:spcAft>
        <a:defRPr sz="4000">
          <a:solidFill>
            <a:schemeClr val="tx2"/>
          </a:solidFill>
          <a:latin typeface="Impact" pitchFamily="34" charset="0"/>
        </a:defRPr>
      </a:lvl7pPr>
      <a:lvl8pPr marL="1371600" algn="ctr" rtl="0" fontAlgn="base">
        <a:spcBef>
          <a:spcPct val="0"/>
        </a:spcBef>
        <a:spcAft>
          <a:spcPct val="0"/>
        </a:spcAft>
        <a:defRPr sz="4000">
          <a:solidFill>
            <a:schemeClr val="tx2"/>
          </a:solidFill>
          <a:latin typeface="Impact" pitchFamily="34" charset="0"/>
        </a:defRPr>
      </a:lvl8pPr>
      <a:lvl9pPr marL="1828800" algn="ctr" rtl="0" fontAlgn="base">
        <a:spcBef>
          <a:spcPct val="0"/>
        </a:spcBef>
        <a:spcAft>
          <a:spcPct val="0"/>
        </a:spcAft>
        <a:defRPr sz="4000">
          <a:solidFill>
            <a:schemeClr val="tx2"/>
          </a:solidFill>
          <a:latin typeface="Impact" pitchFamily="34" charset="0"/>
        </a:defRPr>
      </a:lvl9pPr>
    </p:titleStyle>
    <p:body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defRPr>
      </a:lvl2pPr>
      <a:lvl3pPr marL="1143000" indent="-228600" algn="l" rtl="0" eaLnBrk="0" fontAlgn="base" hangingPunct="0">
        <a:spcBef>
          <a:spcPct val="20000"/>
        </a:spcBef>
        <a:spcAft>
          <a:spcPct val="0"/>
        </a:spcAft>
        <a:buChar char="•"/>
        <a:defRPr sz="2400" b="1">
          <a:solidFill>
            <a:schemeClr val="tx1"/>
          </a:solidFill>
          <a:latin typeface="+mn-lt"/>
        </a:defRPr>
      </a:lvl3pPr>
      <a:lvl4pPr marL="1600200" indent="-228600" algn="l" rtl="0" eaLnBrk="0" fontAlgn="base" hangingPunct="0">
        <a:spcBef>
          <a:spcPct val="20000"/>
        </a:spcBef>
        <a:spcAft>
          <a:spcPct val="0"/>
        </a:spcAft>
        <a:buChar char="•"/>
        <a:defRPr sz="2000" b="1">
          <a:solidFill>
            <a:schemeClr val="tx1"/>
          </a:solidFill>
          <a:latin typeface="+mn-lt"/>
        </a:defRPr>
      </a:lvl4pPr>
      <a:lvl5pPr marL="2057400" indent="-228600" algn="l" rtl="0" eaLnBrk="0" fontAlgn="base" hangingPunct="0">
        <a:spcBef>
          <a:spcPct val="20000"/>
        </a:spcBef>
        <a:spcAft>
          <a:spcPct val="0"/>
        </a:spcAft>
        <a:buChar char="•"/>
        <a:defRPr sz="2000" b="1">
          <a:solidFill>
            <a:schemeClr val="tx1"/>
          </a:solidFill>
          <a:latin typeface="+mn-lt"/>
        </a:defRPr>
      </a:lvl5pPr>
      <a:lvl6pPr marL="2514600" indent="-228600" algn="l" rtl="0" fontAlgn="base">
        <a:spcBef>
          <a:spcPct val="20000"/>
        </a:spcBef>
        <a:spcAft>
          <a:spcPct val="0"/>
        </a:spcAft>
        <a:buChar char="•"/>
        <a:defRPr sz="2000" b="1">
          <a:solidFill>
            <a:schemeClr val="tx1"/>
          </a:solidFill>
          <a:latin typeface="+mn-lt"/>
        </a:defRPr>
      </a:lvl6pPr>
      <a:lvl7pPr marL="2971800" indent="-228600" algn="l" rtl="0" fontAlgn="base">
        <a:spcBef>
          <a:spcPct val="20000"/>
        </a:spcBef>
        <a:spcAft>
          <a:spcPct val="0"/>
        </a:spcAft>
        <a:buChar char="•"/>
        <a:defRPr sz="2000" b="1">
          <a:solidFill>
            <a:schemeClr val="tx1"/>
          </a:solidFill>
          <a:latin typeface="+mn-lt"/>
        </a:defRPr>
      </a:lvl7pPr>
      <a:lvl8pPr marL="3429000" indent="-228600" algn="l" rtl="0" fontAlgn="base">
        <a:spcBef>
          <a:spcPct val="20000"/>
        </a:spcBef>
        <a:spcAft>
          <a:spcPct val="0"/>
        </a:spcAft>
        <a:buChar char="•"/>
        <a:defRPr sz="2000" b="1">
          <a:solidFill>
            <a:schemeClr val="tx1"/>
          </a:solidFill>
          <a:latin typeface="+mn-lt"/>
        </a:defRPr>
      </a:lvl8pPr>
      <a:lvl9pPr marL="3886200" indent="-228600" algn="l" rtl="0" fontAlgn="base">
        <a:spcBef>
          <a:spcPct val="20000"/>
        </a:spcBef>
        <a:spcAft>
          <a:spcPct val="0"/>
        </a:spcAft>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307A2558-FE4C-FD3A-FBDC-4417DDF7BC3F}"/>
              </a:ext>
            </a:extLst>
          </p:cNvPr>
          <p:cNvSpPr>
            <a:spLocks noGrp="1" noChangeArrowheads="1"/>
          </p:cNvSpPr>
          <p:nvPr>
            <p:ph type="body" idx="1"/>
          </p:nvPr>
        </p:nvSpPr>
        <p:spPr bwMode="auto">
          <a:xfrm>
            <a:off x="1371600" y="762000"/>
            <a:ext cx="7772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099" name="Rectangle 2">
            <a:extLst>
              <a:ext uri="{FF2B5EF4-FFF2-40B4-BE49-F238E27FC236}">
                <a16:creationId xmlns:a16="http://schemas.microsoft.com/office/drawing/2014/main" id="{57F0C79D-06C0-6F4F-ED48-BC31A684D637}"/>
              </a:ext>
            </a:extLst>
          </p:cNvPr>
          <p:cNvSpPr>
            <a:spLocks noGrp="1" noChangeArrowheads="1"/>
          </p:cNvSpPr>
          <p:nvPr>
            <p:ph type="title"/>
          </p:nvPr>
        </p:nvSpPr>
        <p:spPr bwMode="auto">
          <a:xfrm>
            <a:off x="0" y="0"/>
            <a:ext cx="9144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525550B-D795-5080-A1E4-42BA35CB04A6}"/>
              </a:ext>
            </a:extLst>
          </p:cNvPr>
          <p:cNvSpPr>
            <a:spLocks noGrp="1" noChangeArrowheads="1"/>
          </p:cNvSpPr>
          <p:nvPr>
            <p:ph type="dt" sz="half" idx="2"/>
          </p:nvPr>
        </p:nvSpPr>
        <p:spPr bwMode="auto">
          <a:xfrm>
            <a:off x="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b="1">
                <a:solidFill>
                  <a:srgbClr val="000000"/>
                </a:solidFill>
                <a:latin typeface="Arial" charset="0"/>
              </a:defRPr>
            </a:lvl1pPr>
          </a:lstStyle>
          <a:p>
            <a:pPr>
              <a:defRPr/>
            </a:pPr>
            <a:endParaRPr lang="en-US"/>
          </a:p>
        </p:txBody>
      </p:sp>
      <p:sp>
        <p:nvSpPr>
          <p:cNvPr id="1029" name="Rectangle 5">
            <a:extLst>
              <a:ext uri="{FF2B5EF4-FFF2-40B4-BE49-F238E27FC236}">
                <a16:creationId xmlns:a16="http://schemas.microsoft.com/office/drawing/2014/main" id="{780F917C-83AE-FE54-F932-C97449A658E1}"/>
              </a:ext>
            </a:extLst>
          </p:cNvPr>
          <p:cNvSpPr>
            <a:spLocks noGrp="1" noChangeArrowheads="1"/>
          </p:cNvSpPr>
          <p:nvPr>
            <p:ph type="ftr" sz="quarter" idx="3"/>
          </p:nvPr>
        </p:nvSpPr>
        <p:spPr bwMode="auto">
          <a:xfrm>
            <a:off x="3124200" y="6629400"/>
            <a:ext cx="2895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b="1">
                <a:solidFill>
                  <a:srgbClr val="000000"/>
                </a:solidFill>
                <a:latin typeface="Arial" charset="0"/>
              </a:defRPr>
            </a:lvl1pPr>
          </a:lstStyle>
          <a:p>
            <a:pPr>
              <a:defRPr/>
            </a:pPr>
            <a:endParaRPr lang="en-US"/>
          </a:p>
        </p:txBody>
      </p:sp>
      <p:sp>
        <p:nvSpPr>
          <p:cNvPr id="1030" name="Rectangle 6">
            <a:extLst>
              <a:ext uri="{FF2B5EF4-FFF2-40B4-BE49-F238E27FC236}">
                <a16:creationId xmlns:a16="http://schemas.microsoft.com/office/drawing/2014/main" id="{99158DAB-EB49-64E4-69D0-1D36B55B3D27}"/>
              </a:ext>
            </a:extLst>
          </p:cNvPr>
          <p:cNvSpPr>
            <a:spLocks noGrp="1" noChangeArrowheads="1"/>
          </p:cNvSpPr>
          <p:nvPr>
            <p:ph type="sldNum" sz="quarter" idx="4"/>
          </p:nvPr>
        </p:nvSpPr>
        <p:spPr bwMode="auto">
          <a:xfrm>
            <a:off x="723900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b="1">
                <a:solidFill>
                  <a:srgbClr val="000000"/>
                </a:solidFill>
              </a:defRPr>
            </a:lvl1pPr>
          </a:lstStyle>
          <a:p>
            <a:fld id="{878A29BA-4B5D-3747-990F-0FA700DFCCF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19"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Lst>
  <p:transition spd="slow">
    <p:blinds dir="vert"/>
  </p:transition>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Impact" pitchFamily="34" charset="0"/>
        </a:defRPr>
      </a:lvl2pPr>
      <a:lvl3pPr algn="ctr" rtl="0" eaLnBrk="0" fontAlgn="base" hangingPunct="0">
        <a:spcBef>
          <a:spcPct val="0"/>
        </a:spcBef>
        <a:spcAft>
          <a:spcPct val="0"/>
        </a:spcAft>
        <a:defRPr sz="4000">
          <a:solidFill>
            <a:schemeClr val="tx2"/>
          </a:solidFill>
          <a:latin typeface="Impact" pitchFamily="34" charset="0"/>
        </a:defRPr>
      </a:lvl3pPr>
      <a:lvl4pPr algn="ctr" rtl="0" eaLnBrk="0" fontAlgn="base" hangingPunct="0">
        <a:spcBef>
          <a:spcPct val="0"/>
        </a:spcBef>
        <a:spcAft>
          <a:spcPct val="0"/>
        </a:spcAft>
        <a:defRPr sz="4000">
          <a:solidFill>
            <a:schemeClr val="tx2"/>
          </a:solidFill>
          <a:latin typeface="Impact" pitchFamily="34" charset="0"/>
        </a:defRPr>
      </a:lvl4pPr>
      <a:lvl5pPr algn="ctr" rtl="0" eaLnBrk="0" fontAlgn="base" hangingPunct="0">
        <a:spcBef>
          <a:spcPct val="0"/>
        </a:spcBef>
        <a:spcAft>
          <a:spcPct val="0"/>
        </a:spcAft>
        <a:defRPr sz="4000">
          <a:solidFill>
            <a:schemeClr val="tx2"/>
          </a:solidFill>
          <a:latin typeface="Impact" pitchFamily="34" charset="0"/>
        </a:defRPr>
      </a:lvl5pPr>
      <a:lvl6pPr marL="457200" algn="ctr" rtl="0" fontAlgn="base">
        <a:spcBef>
          <a:spcPct val="0"/>
        </a:spcBef>
        <a:spcAft>
          <a:spcPct val="0"/>
        </a:spcAft>
        <a:defRPr sz="4000">
          <a:solidFill>
            <a:schemeClr val="tx2"/>
          </a:solidFill>
          <a:latin typeface="Impact" pitchFamily="34" charset="0"/>
        </a:defRPr>
      </a:lvl6pPr>
      <a:lvl7pPr marL="914400" algn="ctr" rtl="0" fontAlgn="base">
        <a:spcBef>
          <a:spcPct val="0"/>
        </a:spcBef>
        <a:spcAft>
          <a:spcPct val="0"/>
        </a:spcAft>
        <a:defRPr sz="4000">
          <a:solidFill>
            <a:schemeClr val="tx2"/>
          </a:solidFill>
          <a:latin typeface="Impact" pitchFamily="34" charset="0"/>
        </a:defRPr>
      </a:lvl7pPr>
      <a:lvl8pPr marL="1371600" algn="ctr" rtl="0" fontAlgn="base">
        <a:spcBef>
          <a:spcPct val="0"/>
        </a:spcBef>
        <a:spcAft>
          <a:spcPct val="0"/>
        </a:spcAft>
        <a:defRPr sz="4000">
          <a:solidFill>
            <a:schemeClr val="tx2"/>
          </a:solidFill>
          <a:latin typeface="Impact" pitchFamily="34" charset="0"/>
        </a:defRPr>
      </a:lvl8pPr>
      <a:lvl9pPr marL="1828800" algn="ctr" rtl="0" fontAlgn="base">
        <a:spcBef>
          <a:spcPct val="0"/>
        </a:spcBef>
        <a:spcAft>
          <a:spcPct val="0"/>
        </a:spcAft>
        <a:defRPr sz="4000">
          <a:solidFill>
            <a:schemeClr val="tx2"/>
          </a:solidFill>
          <a:latin typeface="Impact" pitchFamily="34" charset="0"/>
        </a:defRPr>
      </a:lvl9pPr>
    </p:titleStyle>
    <p:body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defRPr>
      </a:lvl2pPr>
      <a:lvl3pPr marL="1143000" indent="-228600" algn="l" rtl="0" eaLnBrk="0" fontAlgn="base" hangingPunct="0">
        <a:spcBef>
          <a:spcPct val="20000"/>
        </a:spcBef>
        <a:spcAft>
          <a:spcPct val="0"/>
        </a:spcAft>
        <a:buChar char="•"/>
        <a:defRPr sz="2400" b="1">
          <a:solidFill>
            <a:schemeClr val="tx1"/>
          </a:solidFill>
          <a:latin typeface="+mn-lt"/>
        </a:defRPr>
      </a:lvl3pPr>
      <a:lvl4pPr marL="1600200" indent="-228600" algn="l" rtl="0" eaLnBrk="0" fontAlgn="base" hangingPunct="0">
        <a:spcBef>
          <a:spcPct val="20000"/>
        </a:spcBef>
        <a:spcAft>
          <a:spcPct val="0"/>
        </a:spcAft>
        <a:buChar char="•"/>
        <a:defRPr sz="2000" b="1">
          <a:solidFill>
            <a:schemeClr val="tx1"/>
          </a:solidFill>
          <a:latin typeface="+mn-lt"/>
        </a:defRPr>
      </a:lvl4pPr>
      <a:lvl5pPr marL="2057400" indent="-228600" algn="l" rtl="0" eaLnBrk="0" fontAlgn="base" hangingPunct="0">
        <a:spcBef>
          <a:spcPct val="20000"/>
        </a:spcBef>
        <a:spcAft>
          <a:spcPct val="0"/>
        </a:spcAft>
        <a:buChar char="•"/>
        <a:defRPr sz="2000" b="1">
          <a:solidFill>
            <a:schemeClr val="tx1"/>
          </a:solidFill>
          <a:latin typeface="+mn-lt"/>
        </a:defRPr>
      </a:lvl5pPr>
      <a:lvl6pPr marL="2514600" indent="-228600" algn="l" rtl="0" fontAlgn="base">
        <a:spcBef>
          <a:spcPct val="20000"/>
        </a:spcBef>
        <a:spcAft>
          <a:spcPct val="0"/>
        </a:spcAft>
        <a:buChar char="•"/>
        <a:defRPr sz="2000" b="1">
          <a:solidFill>
            <a:schemeClr val="tx1"/>
          </a:solidFill>
          <a:latin typeface="+mn-lt"/>
        </a:defRPr>
      </a:lvl6pPr>
      <a:lvl7pPr marL="2971800" indent="-228600" algn="l" rtl="0" fontAlgn="base">
        <a:spcBef>
          <a:spcPct val="20000"/>
        </a:spcBef>
        <a:spcAft>
          <a:spcPct val="0"/>
        </a:spcAft>
        <a:buChar char="•"/>
        <a:defRPr sz="2000" b="1">
          <a:solidFill>
            <a:schemeClr val="tx1"/>
          </a:solidFill>
          <a:latin typeface="+mn-lt"/>
        </a:defRPr>
      </a:lvl7pPr>
      <a:lvl8pPr marL="3429000" indent="-228600" algn="l" rtl="0" fontAlgn="base">
        <a:spcBef>
          <a:spcPct val="20000"/>
        </a:spcBef>
        <a:spcAft>
          <a:spcPct val="0"/>
        </a:spcAft>
        <a:buChar char="•"/>
        <a:defRPr sz="2000" b="1">
          <a:solidFill>
            <a:schemeClr val="tx1"/>
          </a:solidFill>
          <a:latin typeface="+mn-lt"/>
        </a:defRPr>
      </a:lvl8pPr>
      <a:lvl9pPr marL="3886200" indent="-228600" algn="l" rtl="0" fontAlgn="base">
        <a:spcBef>
          <a:spcPct val="20000"/>
        </a:spcBef>
        <a:spcAft>
          <a:spcPct val="0"/>
        </a:spcAft>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exploratorium.edu/baseball/baseketball.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file://GNMS-MC/SYS/drive2/Andy%20Hui,%20Kelly%20Chan%20-%20Generate%20Electricity%20Myself.mp3" TargetMode="External"/><Relationship Id="rId1" Type="http://schemas.microsoft.com/office/2007/relationships/media" Target="file://GNMS-MC/SYS/drive2/Andy%20Hui,%20Kelly%20Chan%20-%20Generate%20Electricity%20Myself.mp3" TargetMode="External"/><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8" Type="http://schemas.openxmlformats.org/officeDocument/2006/relationships/image" Target="../media/image11.jpeg"/><Relationship Id="rId13" Type="http://schemas.openxmlformats.org/officeDocument/2006/relationships/image" Target="../media/image15.gif"/><Relationship Id="rId3" Type="http://schemas.microsoft.com/office/2007/relationships/media" Target="../media/media2.wav"/><Relationship Id="rId7" Type="http://schemas.openxmlformats.org/officeDocument/2006/relationships/slideLayout" Target="../slideLayouts/slideLayout2.xml"/><Relationship Id="rId12" Type="http://schemas.openxmlformats.org/officeDocument/2006/relationships/image" Target="../media/image14.pn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file:///C:/Documents%20and%20Settings/Ray/My%20Documents/My%20Music/cars007.wav" TargetMode="External"/><Relationship Id="rId11" Type="http://schemas.openxmlformats.org/officeDocument/2006/relationships/image" Target="../media/image13.jpeg"/><Relationship Id="rId5" Type="http://schemas.microsoft.com/office/2007/relationships/media" Target="file:///C:/Documents%20and%20Settings/Ray/My%20Documents/My%20Music/cars007.wav" TargetMode="External"/><Relationship Id="rId10" Type="http://schemas.openxmlformats.org/officeDocument/2006/relationships/hyperlink" Target="http://images.google.com/imgres?imgurl=http://www.dansmc.com/spnorm.jpg&amp;imgrefurl=http://www.dansmc.com/sparkplugs1.htm&amp;h=445&amp;w=578&amp;sz=58&amp;tbnid=jvhCGCbL8GoJ:&amp;tbnh=101&amp;tbnw=132&amp;hl=en&amp;start=2&amp;prev=/images%3Fq%3Dspark%2Bplugs%26svnum%3D10%26hl%3Den%26lr%3D%26rls%3DRNWE,RNWE:2004-52,RNWE:en%26sa%3DG" TargetMode="External"/><Relationship Id="rId4" Type="http://schemas.openxmlformats.org/officeDocument/2006/relationships/audio" Target="../media/media2.wav"/><Relationship Id="rId9" Type="http://schemas.openxmlformats.org/officeDocument/2006/relationships/image" Target="../media/image12.jpeg"/><Relationship Id="rId1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www.discovery.com/tv-shows/other-shows/videos/time-warp-lighting-a-match.htm"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7F621E29-40C9-4BFB-C014-286C3A82DCAC}"/>
              </a:ext>
            </a:extLst>
          </p:cNvPr>
          <p:cNvSpPr>
            <a:spLocks noGrp="1"/>
          </p:cNvSpPr>
          <p:nvPr>
            <p:ph type="ctrTitle"/>
          </p:nvPr>
        </p:nvSpPr>
        <p:spPr>
          <a:xfrm>
            <a:off x="228600" y="685800"/>
            <a:ext cx="8802688" cy="2895600"/>
          </a:xfrm>
        </p:spPr>
        <p:txBody>
          <a:bodyPr/>
          <a:lstStyle/>
          <a:p>
            <a:r>
              <a:rPr lang="en-US" altLang="en-US" sz="4700">
                <a:latin typeface="Berlin Sans FB Demi" panose="020E0602020502020306" pitchFamily="34" charset="77"/>
              </a:rPr>
              <a:t>According to the Law of Conservation of Energy, energy is never created or destroyed, it just changes its form.</a:t>
            </a:r>
          </a:p>
        </p:txBody>
      </p:sp>
      <p:sp>
        <p:nvSpPr>
          <p:cNvPr id="5" name="Rectangle 4">
            <a:extLst>
              <a:ext uri="{FF2B5EF4-FFF2-40B4-BE49-F238E27FC236}">
                <a16:creationId xmlns:a16="http://schemas.microsoft.com/office/drawing/2014/main" id="{8512DEC5-3989-A4CC-5F24-C5F816053B49}"/>
              </a:ext>
            </a:extLst>
          </p:cNvPr>
          <p:cNvSpPr/>
          <p:nvPr/>
        </p:nvSpPr>
        <p:spPr>
          <a:xfrm>
            <a:off x="304800" y="4191000"/>
            <a:ext cx="8458200" cy="1569660"/>
          </a:xfrm>
          <a:prstGeom prst="rect">
            <a:avLst/>
          </a:prstGeom>
        </p:spPr>
        <p:txBody>
          <a:bodyPr>
            <a:spAutoFit/>
          </a:bodyPr>
          <a:lstStyle/>
          <a:p>
            <a:pPr algn="ctr">
              <a:defRPr/>
            </a:pPr>
            <a:r>
              <a:rPr lang="en-US" sz="3200" dirty="0">
                <a:latin typeface="Arial" charset="0"/>
              </a:rPr>
              <a:t>Demonstration of the Law of Conservation of Energy: </a:t>
            </a:r>
            <a:r>
              <a:rPr lang="en-US" sz="3200" dirty="0">
                <a:ln>
                  <a:solidFill>
                    <a:schemeClr val="tx1"/>
                  </a:solidFill>
                </a:ln>
                <a:solidFill>
                  <a:srgbClr val="000000"/>
                </a:solidFill>
                <a:latin typeface="Arial" charset="0"/>
                <a:hlinkClick r:id="rId2"/>
              </a:rPr>
              <a:t>Exploratorium: Science of Baseball – “</a:t>
            </a:r>
            <a:r>
              <a:rPr lang="en-US" sz="3200" dirty="0" err="1">
                <a:ln>
                  <a:solidFill>
                    <a:schemeClr val="tx1"/>
                  </a:solidFill>
                </a:ln>
                <a:solidFill>
                  <a:srgbClr val="000000"/>
                </a:solidFill>
                <a:latin typeface="Arial" charset="0"/>
                <a:hlinkClick r:id="rId2"/>
              </a:rPr>
              <a:t>Baseketball</a:t>
            </a:r>
            <a:r>
              <a:rPr lang="en-US" sz="3200" dirty="0">
                <a:ln>
                  <a:solidFill>
                    <a:schemeClr val="tx1"/>
                  </a:solidFill>
                </a:ln>
                <a:solidFill>
                  <a:srgbClr val="000000"/>
                </a:solidFill>
                <a:latin typeface="Arial" charset="0"/>
                <a:hlinkClick r:id="rId2"/>
              </a:rPr>
              <a:t> a Physicist Party Trick” </a:t>
            </a:r>
            <a:endParaRPr lang="en-US" sz="3200" dirty="0">
              <a:ln>
                <a:solidFill>
                  <a:schemeClr val="tx1"/>
                </a:solidFill>
              </a:ln>
              <a:solidFill>
                <a:srgbClr val="000000"/>
              </a:solidFill>
              <a:latin typeface="Arial" charset="0"/>
            </a:endParaRPr>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49A3D79A-2C22-99E8-F719-48687A95189A}"/>
              </a:ext>
            </a:extLst>
          </p:cNvPr>
          <p:cNvSpPr>
            <a:spLocks noGrp="1"/>
          </p:cNvSpPr>
          <p:nvPr>
            <p:ph type="title"/>
          </p:nvPr>
        </p:nvSpPr>
        <p:spPr>
          <a:xfrm>
            <a:off x="990600" y="304800"/>
            <a:ext cx="7543800" cy="1143000"/>
          </a:xfrm>
        </p:spPr>
        <p:txBody>
          <a:bodyPr/>
          <a:lstStyle/>
          <a:p>
            <a:r>
              <a:rPr lang="en-US" altLang="en-US">
                <a:latin typeface="Berlin Sans FB Demi" panose="020E0602020502020306" pitchFamily="34" charset="77"/>
              </a:rPr>
              <a:t>Examples of Transforming Heat (Thermal) Energy</a:t>
            </a:r>
          </a:p>
        </p:txBody>
      </p:sp>
      <p:sp>
        <p:nvSpPr>
          <p:cNvPr id="35843" name="Content Placeholder 2">
            <a:extLst>
              <a:ext uri="{FF2B5EF4-FFF2-40B4-BE49-F238E27FC236}">
                <a16:creationId xmlns:a16="http://schemas.microsoft.com/office/drawing/2014/main" id="{213D287B-9B27-4674-9CDF-A8061546E7A7}"/>
              </a:ext>
            </a:extLst>
          </p:cNvPr>
          <p:cNvSpPr>
            <a:spLocks noGrp="1"/>
          </p:cNvSpPr>
          <p:nvPr>
            <p:ph idx="1"/>
          </p:nvPr>
        </p:nvSpPr>
        <p:spPr>
          <a:xfrm>
            <a:off x="381000" y="1905000"/>
            <a:ext cx="8534400" cy="4648200"/>
          </a:xfrm>
        </p:spPr>
        <p:txBody>
          <a:bodyPr/>
          <a:lstStyle/>
          <a:p>
            <a:r>
              <a:rPr lang="en-US" altLang="en-US" sz="2800">
                <a:latin typeface="Berlin Sans FB Demi" panose="020E0602020502020306" pitchFamily="34" charset="77"/>
              </a:rPr>
              <a:t>When an object is heated to a high temperature, it glows and gives off heat. Therefore, some thermal energy is converted to light (radiant) energy</a:t>
            </a:r>
          </a:p>
          <a:p>
            <a:r>
              <a:rPr lang="en-US" altLang="en-US" sz="2800">
                <a:latin typeface="Berlin Sans FB Demi" panose="020E0602020502020306" pitchFamily="34" charset="77"/>
              </a:rPr>
              <a:t>A fire or a flame converts heat (thermal) energy to light (radiant) energy</a:t>
            </a:r>
          </a:p>
          <a:p>
            <a:r>
              <a:rPr lang="en-US" altLang="en-US" sz="2800">
                <a:latin typeface="Berlin Sans FB Demi" panose="020E0602020502020306" pitchFamily="34" charset="77"/>
              </a:rPr>
              <a:t>Energy in the form of heat is almost always one of the products of an energy transformation.</a:t>
            </a:r>
          </a:p>
          <a:p>
            <a:r>
              <a:rPr lang="en-US" altLang="en-US" sz="2800">
                <a:latin typeface="Berlin Sans FB Demi" panose="020E0602020502020306" pitchFamily="34" charset="77"/>
              </a:rPr>
              <a:t>For example, when people exercise, when cars run, when a light is turned on, heat is produced.</a:t>
            </a:r>
          </a:p>
          <a:p>
            <a:endParaRPr lang="en-US" altLang="en-US" sz="2800">
              <a:latin typeface="Berlin Sans FB Demi" panose="020E0602020502020306" pitchFamily="34" charset="77"/>
            </a:endParaRP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500"/>
                                        <p:tgtEl>
                                          <p:spTgt spid="35842"/>
                                        </p:tgtEl>
                                      </p:cBhvr>
                                    </p:animEffect>
                                    <p:anim calcmode="lin" valueType="num">
                                      <p:cBhvr>
                                        <p:cTn id="8" dur="500" fill="hold"/>
                                        <p:tgtEl>
                                          <p:spTgt spid="35842"/>
                                        </p:tgtEl>
                                        <p:attrNameLst>
                                          <p:attrName>ppt_x</p:attrName>
                                        </p:attrNameLst>
                                      </p:cBhvr>
                                      <p:tavLst>
                                        <p:tav tm="0">
                                          <p:val>
                                            <p:strVal val="#ppt_x"/>
                                          </p:val>
                                        </p:tav>
                                        <p:tav tm="100000">
                                          <p:val>
                                            <p:strVal val="#ppt_x"/>
                                          </p:val>
                                        </p:tav>
                                      </p:tavLst>
                                    </p:anim>
                                    <p:anim calcmode="lin" valueType="num">
                                      <p:cBhvr>
                                        <p:cTn id="9" dur="500" fill="hold"/>
                                        <p:tgtEl>
                                          <p:spTgt spid="3584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5843">
                                            <p:txEl>
                                              <p:pRg st="0" end="0"/>
                                            </p:txEl>
                                          </p:spTgt>
                                        </p:tgtEl>
                                        <p:attrNameLst>
                                          <p:attrName>style.visibility</p:attrName>
                                        </p:attrNameLst>
                                      </p:cBhvr>
                                      <p:to>
                                        <p:strVal val="visible"/>
                                      </p:to>
                                    </p:set>
                                    <p:animEffect transition="in" filter="fade">
                                      <p:cBhvr>
                                        <p:cTn id="14" dur="500"/>
                                        <p:tgtEl>
                                          <p:spTgt spid="35843">
                                            <p:txEl>
                                              <p:pRg st="0" end="0"/>
                                            </p:txEl>
                                          </p:spTgt>
                                        </p:tgtEl>
                                      </p:cBhvr>
                                    </p:animEffect>
                                    <p:anim calcmode="lin" valueType="num">
                                      <p:cBhvr>
                                        <p:cTn id="15" dur="500" fill="hold"/>
                                        <p:tgtEl>
                                          <p:spTgt spid="3584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58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5843">
                                            <p:txEl>
                                              <p:pRg st="1" end="1"/>
                                            </p:txEl>
                                          </p:spTgt>
                                        </p:tgtEl>
                                        <p:attrNameLst>
                                          <p:attrName>style.visibility</p:attrName>
                                        </p:attrNameLst>
                                      </p:cBhvr>
                                      <p:to>
                                        <p:strVal val="visible"/>
                                      </p:to>
                                    </p:set>
                                    <p:animEffect transition="in" filter="fade">
                                      <p:cBhvr>
                                        <p:cTn id="21" dur="500"/>
                                        <p:tgtEl>
                                          <p:spTgt spid="35843">
                                            <p:txEl>
                                              <p:pRg st="1" end="1"/>
                                            </p:txEl>
                                          </p:spTgt>
                                        </p:tgtEl>
                                      </p:cBhvr>
                                    </p:animEffect>
                                    <p:anim calcmode="lin" valueType="num">
                                      <p:cBhvr>
                                        <p:cTn id="22" dur="500" fill="hold"/>
                                        <p:tgtEl>
                                          <p:spTgt spid="35843">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58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5843">
                                            <p:txEl>
                                              <p:pRg st="2" end="2"/>
                                            </p:txEl>
                                          </p:spTgt>
                                        </p:tgtEl>
                                        <p:attrNameLst>
                                          <p:attrName>style.visibility</p:attrName>
                                        </p:attrNameLst>
                                      </p:cBhvr>
                                      <p:to>
                                        <p:strVal val="visible"/>
                                      </p:to>
                                    </p:set>
                                    <p:animEffect transition="in" filter="fade">
                                      <p:cBhvr>
                                        <p:cTn id="28" dur="500"/>
                                        <p:tgtEl>
                                          <p:spTgt spid="35843">
                                            <p:txEl>
                                              <p:pRg st="2" end="2"/>
                                            </p:txEl>
                                          </p:spTgt>
                                        </p:tgtEl>
                                      </p:cBhvr>
                                    </p:animEffect>
                                    <p:anim calcmode="lin" valueType="num">
                                      <p:cBhvr>
                                        <p:cTn id="29" dur="500" fill="hold"/>
                                        <p:tgtEl>
                                          <p:spTgt spid="35843">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58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5843">
                                            <p:txEl>
                                              <p:pRg st="3" end="3"/>
                                            </p:txEl>
                                          </p:spTgt>
                                        </p:tgtEl>
                                        <p:attrNameLst>
                                          <p:attrName>style.visibility</p:attrName>
                                        </p:attrNameLst>
                                      </p:cBhvr>
                                      <p:to>
                                        <p:strVal val="visible"/>
                                      </p:to>
                                    </p:set>
                                    <p:animEffect transition="in" filter="fade">
                                      <p:cBhvr>
                                        <p:cTn id="35" dur="500"/>
                                        <p:tgtEl>
                                          <p:spTgt spid="35843">
                                            <p:txEl>
                                              <p:pRg st="3" end="3"/>
                                            </p:txEl>
                                          </p:spTgt>
                                        </p:tgtEl>
                                      </p:cBhvr>
                                    </p:animEffect>
                                    <p:anim calcmode="lin" valueType="num">
                                      <p:cBhvr>
                                        <p:cTn id="36" dur="500" fill="hold"/>
                                        <p:tgtEl>
                                          <p:spTgt spid="35843">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584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488F861A-5596-B11F-1D59-A434AF1D207C}"/>
              </a:ext>
            </a:extLst>
          </p:cNvPr>
          <p:cNvSpPr>
            <a:spLocks noGrp="1"/>
          </p:cNvSpPr>
          <p:nvPr>
            <p:ph type="title"/>
          </p:nvPr>
        </p:nvSpPr>
        <p:spPr>
          <a:xfrm>
            <a:off x="990600" y="304800"/>
            <a:ext cx="7543800" cy="1143000"/>
          </a:xfrm>
        </p:spPr>
        <p:txBody>
          <a:bodyPr/>
          <a:lstStyle/>
          <a:p>
            <a:r>
              <a:rPr lang="en-US" altLang="en-US">
                <a:latin typeface="Berlin Sans FB Demi" panose="020E0602020502020306" pitchFamily="34" charset="77"/>
              </a:rPr>
              <a:t>Examples of Transforming Chemical Energy</a:t>
            </a:r>
          </a:p>
        </p:txBody>
      </p:sp>
      <p:sp>
        <p:nvSpPr>
          <p:cNvPr id="36867" name="Content Placeholder 2">
            <a:extLst>
              <a:ext uri="{FF2B5EF4-FFF2-40B4-BE49-F238E27FC236}">
                <a16:creationId xmlns:a16="http://schemas.microsoft.com/office/drawing/2014/main" id="{FD451124-1452-6B66-61D1-CABF8715C13C}"/>
              </a:ext>
            </a:extLst>
          </p:cNvPr>
          <p:cNvSpPr>
            <a:spLocks noGrp="1"/>
          </p:cNvSpPr>
          <p:nvPr>
            <p:ph idx="1"/>
          </p:nvPr>
        </p:nvSpPr>
        <p:spPr>
          <a:xfrm>
            <a:off x="457200" y="1752600"/>
            <a:ext cx="8305800" cy="4648200"/>
          </a:xfrm>
        </p:spPr>
        <p:txBody>
          <a:bodyPr/>
          <a:lstStyle/>
          <a:p>
            <a:r>
              <a:rPr lang="en-US" altLang="en-US" sz="2800">
                <a:latin typeface="Berlin Sans FB Demi" panose="020E0602020502020306" pitchFamily="34" charset="77"/>
              </a:rPr>
              <a:t>Inside your body, chemical energy is transformed into mechanical energy (kinetic energy)</a:t>
            </a:r>
          </a:p>
          <a:p>
            <a:r>
              <a:rPr lang="en-US" altLang="en-US" sz="2800">
                <a:latin typeface="Berlin Sans FB Demi" panose="020E0602020502020306" pitchFamily="34" charset="77"/>
              </a:rPr>
              <a:t>Batteries, wood, matches, fireworks, fossil fuels, etc. are forms of chemical energy that are converted into other forms once used or burned</a:t>
            </a:r>
          </a:p>
          <a:p>
            <a:r>
              <a:rPr lang="en-US" altLang="en-US" sz="2800">
                <a:latin typeface="Berlin Sans FB Demi" panose="020E0602020502020306" pitchFamily="34" charset="77"/>
              </a:rPr>
              <a:t>The matter contained in living organisms has chemical energy. When organisms die, this chemical energy is broken down and converted to other chemical compounds. In this process, thermal energy is released. </a:t>
            </a: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36866"/>
                                        </p:tgtEl>
                                        <p:attrNameLst>
                                          <p:attrName>style.visibility</p:attrName>
                                        </p:attrNameLst>
                                      </p:cBhvr>
                                      <p:to>
                                        <p:strVal val="visible"/>
                                      </p:to>
                                    </p:set>
                                    <p:animEffect transition="in" filter="fade">
                                      <p:cBhvr>
                                        <p:cTn id="7" dur="500"/>
                                        <p:tgtEl>
                                          <p:spTgt spid="36866"/>
                                        </p:tgtEl>
                                      </p:cBhvr>
                                    </p:animEffect>
                                    <p:anim calcmode="lin" valueType="num">
                                      <p:cBhvr>
                                        <p:cTn id="8" dur="500" fill="hold"/>
                                        <p:tgtEl>
                                          <p:spTgt spid="36866"/>
                                        </p:tgtEl>
                                        <p:attrNameLst>
                                          <p:attrName>ppt_x</p:attrName>
                                        </p:attrNameLst>
                                      </p:cBhvr>
                                      <p:tavLst>
                                        <p:tav tm="0">
                                          <p:val>
                                            <p:strVal val="#ppt_x"/>
                                          </p:val>
                                        </p:tav>
                                        <p:tav tm="100000">
                                          <p:val>
                                            <p:strVal val="#ppt_x"/>
                                          </p:val>
                                        </p:tav>
                                      </p:tavLst>
                                    </p:anim>
                                    <p:anim calcmode="lin" valueType="num">
                                      <p:cBhvr>
                                        <p:cTn id="9" dur="500" fill="hold"/>
                                        <p:tgtEl>
                                          <p:spTgt spid="3686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6867">
                                            <p:txEl>
                                              <p:pRg st="0" end="0"/>
                                            </p:txEl>
                                          </p:spTgt>
                                        </p:tgtEl>
                                        <p:attrNameLst>
                                          <p:attrName>style.visibility</p:attrName>
                                        </p:attrNameLst>
                                      </p:cBhvr>
                                      <p:to>
                                        <p:strVal val="visible"/>
                                      </p:to>
                                    </p:set>
                                    <p:animEffect transition="in" filter="fade">
                                      <p:cBhvr>
                                        <p:cTn id="14" dur="500"/>
                                        <p:tgtEl>
                                          <p:spTgt spid="36867">
                                            <p:txEl>
                                              <p:pRg st="0" end="0"/>
                                            </p:txEl>
                                          </p:spTgt>
                                        </p:tgtEl>
                                      </p:cBhvr>
                                    </p:animEffect>
                                    <p:anim calcmode="lin" valueType="num">
                                      <p:cBhvr>
                                        <p:cTn id="15"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68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6867">
                                            <p:txEl>
                                              <p:pRg st="1" end="1"/>
                                            </p:txEl>
                                          </p:spTgt>
                                        </p:tgtEl>
                                        <p:attrNameLst>
                                          <p:attrName>style.visibility</p:attrName>
                                        </p:attrNameLst>
                                      </p:cBhvr>
                                      <p:to>
                                        <p:strVal val="visible"/>
                                      </p:to>
                                    </p:set>
                                    <p:animEffect transition="in" filter="fade">
                                      <p:cBhvr>
                                        <p:cTn id="21" dur="500"/>
                                        <p:tgtEl>
                                          <p:spTgt spid="36867">
                                            <p:txEl>
                                              <p:pRg st="1" end="1"/>
                                            </p:txEl>
                                          </p:spTgt>
                                        </p:tgtEl>
                                      </p:cBhvr>
                                    </p:animEffect>
                                    <p:anim calcmode="lin" valueType="num">
                                      <p:cBhvr>
                                        <p:cTn id="22"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686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6867">
                                            <p:txEl>
                                              <p:pRg st="2" end="2"/>
                                            </p:txEl>
                                          </p:spTgt>
                                        </p:tgtEl>
                                        <p:attrNameLst>
                                          <p:attrName>style.visibility</p:attrName>
                                        </p:attrNameLst>
                                      </p:cBhvr>
                                      <p:to>
                                        <p:strVal val="visible"/>
                                      </p:to>
                                    </p:set>
                                    <p:animEffect transition="in" filter="fade">
                                      <p:cBhvr>
                                        <p:cTn id="28" dur="500"/>
                                        <p:tgtEl>
                                          <p:spTgt spid="36867">
                                            <p:txEl>
                                              <p:pRg st="2" end="2"/>
                                            </p:txEl>
                                          </p:spTgt>
                                        </p:tgtEl>
                                      </p:cBhvr>
                                    </p:animEffect>
                                    <p:anim calcmode="lin" valueType="num">
                                      <p:cBhvr>
                                        <p:cTn id="29"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686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5B7520FB-B1C0-EA7B-3A69-F30E55C557A0}"/>
              </a:ext>
            </a:extLst>
          </p:cNvPr>
          <p:cNvSpPr>
            <a:spLocks noGrp="1"/>
          </p:cNvSpPr>
          <p:nvPr>
            <p:ph type="title"/>
          </p:nvPr>
        </p:nvSpPr>
        <p:spPr>
          <a:xfrm>
            <a:off x="990600" y="304800"/>
            <a:ext cx="7543800" cy="1143000"/>
          </a:xfrm>
        </p:spPr>
        <p:txBody>
          <a:bodyPr/>
          <a:lstStyle/>
          <a:p>
            <a:r>
              <a:rPr lang="en-US" altLang="en-US">
                <a:latin typeface="Berlin Sans FB Demi" panose="020E0602020502020306" pitchFamily="34" charset="77"/>
              </a:rPr>
              <a:t>Examples of Transforming Light (Radiant) Energy</a:t>
            </a:r>
          </a:p>
        </p:txBody>
      </p:sp>
      <p:sp>
        <p:nvSpPr>
          <p:cNvPr id="37891" name="Content Placeholder 2">
            <a:extLst>
              <a:ext uri="{FF2B5EF4-FFF2-40B4-BE49-F238E27FC236}">
                <a16:creationId xmlns:a16="http://schemas.microsoft.com/office/drawing/2014/main" id="{63DBF5F3-BBA2-D71A-0A06-59B1F3A15381}"/>
              </a:ext>
            </a:extLst>
          </p:cNvPr>
          <p:cNvSpPr>
            <a:spLocks noGrp="1"/>
          </p:cNvSpPr>
          <p:nvPr>
            <p:ph idx="1"/>
          </p:nvPr>
        </p:nvSpPr>
        <p:spPr>
          <a:xfrm>
            <a:off x="457200" y="1752600"/>
            <a:ext cx="8534400" cy="5105400"/>
          </a:xfrm>
        </p:spPr>
        <p:txBody>
          <a:bodyPr/>
          <a:lstStyle/>
          <a:p>
            <a:r>
              <a:rPr lang="en-US" altLang="en-US" sz="2800">
                <a:latin typeface="Berlin Sans FB Demi" panose="020E0602020502020306" pitchFamily="34" charset="77"/>
              </a:rPr>
              <a:t>Plants use light (radiant) energy to make chemical energy. [remember Photosynthesis]</a:t>
            </a:r>
          </a:p>
          <a:p>
            <a:r>
              <a:rPr lang="en-US" altLang="en-US" sz="2800">
                <a:latin typeface="Berlin Sans FB Demi" panose="020E0602020502020306" pitchFamily="34" charset="77"/>
              </a:rPr>
              <a:t>The chemical energy in food is then changed into another kind of chemical energy that your body can use. [remember cellular respiration]</a:t>
            </a:r>
          </a:p>
          <a:p>
            <a:r>
              <a:rPr lang="en-US" altLang="en-US" sz="2800">
                <a:latin typeface="Berlin Sans FB Demi" panose="020E0602020502020306" pitchFamily="34" charset="77"/>
              </a:rPr>
              <a:t>Your body then uses that energy to give you mechanical energy [kinetic and potential energy]</a:t>
            </a:r>
          </a:p>
          <a:p>
            <a:r>
              <a:rPr lang="en-US" altLang="en-US" sz="2800">
                <a:latin typeface="Berlin Sans FB Demi" panose="020E0602020502020306" pitchFamily="34" charset="77"/>
              </a:rPr>
              <a:t>Also, the light (radiant) energy converted into chemical energy in say a tree can then be changed into thermal energy when you burn the tree’s wood.</a:t>
            </a: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37890"/>
                                        </p:tgtEl>
                                        <p:attrNameLst>
                                          <p:attrName>style.visibility</p:attrName>
                                        </p:attrNameLst>
                                      </p:cBhvr>
                                      <p:to>
                                        <p:strVal val="visible"/>
                                      </p:to>
                                    </p:set>
                                    <p:animEffect transition="in" filter="fade">
                                      <p:cBhvr>
                                        <p:cTn id="7" dur="500"/>
                                        <p:tgtEl>
                                          <p:spTgt spid="37890"/>
                                        </p:tgtEl>
                                      </p:cBhvr>
                                    </p:animEffect>
                                    <p:anim calcmode="lin" valueType="num">
                                      <p:cBhvr>
                                        <p:cTn id="8" dur="500" fill="hold"/>
                                        <p:tgtEl>
                                          <p:spTgt spid="37890"/>
                                        </p:tgtEl>
                                        <p:attrNameLst>
                                          <p:attrName>ppt_x</p:attrName>
                                        </p:attrNameLst>
                                      </p:cBhvr>
                                      <p:tavLst>
                                        <p:tav tm="0">
                                          <p:val>
                                            <p:strVal val="#ppt_x"/>
                                          </p:val>
                                        </p:tav>
                                        <p:tav tm="100000">
                                          <p:val>
                                            <p:strVal val="#ppt_x"/>
                                          </p:val>
                                        </p:tav>
                                      </p:tavLst>
                                    </p:anim>
                                    <p:anim calcmode="lin" valueType="num">
                                      <p:cBhvr>
                                        <p:cTn id="9" dur="500" fill="hold"/>
                                        <p:tgtEl>
                                          <p:spTgt spid="37890"/>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7891">
                                            <p:txEl>
                                              <p:pRg st="0" end="0"/>
                                            </p:txEl>
                                          </p:spTgt>
                                        </p:tgtEl>
                                        <p:attrNameLst>
                                          <p:attrName>style.visibility</p:attrName>
                                        </p:attrNameLst>
                                      </p:cBhvr>
                                      <p:to>
                                        <p:strVal val="visible"/>
                                      </p:to>
                                    </p:set>
                                    <p:animEffect transition="in" filter="fade">
                                      <p:cBhvr>
                                        <p:cTn id="14" dur="500"/>
                                        <p:tgtEl>
                                          <p:spTgt spid="37891">
                                            <p:txEl>
                                              <p:pRg st="0" end="0"/>
                                            </p:txEl>
                                          </p:spTgt>
                                        </p:tgtEl>
                                      </p:cBhvr>
                                    </p:animEffect>
                                    <p:anim calcmode="lin" valueType="num">
                                      <p:cBhvr>
                                        <p:cTn id="15"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78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7891">
                                            <p:txEl>
                                              <p:pRg st="1" end="1"/>
                                            </p:txEl>
                                          </p:spTgt>
                                        </p:tgtEl>
                                        <p:attrNameLst>
                                          <p:attrName>style.visibility</p:attrName>
                                        </p:attrNameLst>
                                      </p:cBhvr>
                                      <p:to>
                                        <p:strVal val="visible"/>
                                      </p:to>
                                    </p:set>
                                    <p:animEffect transition="in" filter="fade">
                                      <p:cBhvr>
                                        <p:cTn id="21" dur="500"/>
                                        <p:tgtEl>
                                          <p:spTgt spid="37891">
                                            <p:txEl>
                                              <p:pRg st="1" end="1"/>
                                            </p:txEl>
                                          </p:spTgt>
                                        </p:tgtEl>
                                      </p:cBhvr>
                                    </p:animEffect>
                                    <p:anim calcmode="lin" valueType="num">
                                      <p:cBhvr>
                                        <p:cTn id="22"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78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7891">
                                            <p:txEl>
                                              <p:pRg st="2" end="2"/>
                                            </p:txEl>
                                          </p:spTgt>
                                        </p:tgtEl>
                                        <p:attrNameLst>
                                          <p:attrName>style.visibility</p:attrName>
                                        </p:attrNameLst>
                                      </p:cBhvr>
                                      <p:to>
                                        <p:strVal val="visible"/>
                                      </p:to>
                                    </p:set>
                                    <p:animEffect transition="in" filter="fade">
                                      <p:cBhvr>
                                        <p:cTn id="28" dur="500"/>
                                        <p:tgtEl>
                                          <p:spTgt spid="37891">
                                            <p:txEl>
                                              <p:pRg st="2" end="2"/>
                                            </p:txEl>
                                          </p:spTgt>
                                        </p:tgtEl>
                                      </p:cBhvr>
                                    </p:animEffect>
                                    <p:anim calcmode="lin" valueType="num">
                                      <p:cBhvr>
                                        <p:cTn id="29"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789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7891">
                                            <p:txEl>
                                              <p:pRg st="3" end="3"/>
                                            </p:txEl>
                                          </p:spTgt>
                                        </p:tgtEl>
                                        <p:attrNameLst>
                                          <p:attrName>style.visibility</p:attrName>
                                        </p:attrNameLst>
                                      </p:cBhvr>
                                      <p:to>
                                        <p:strVal val="visible"/>
                                      </p:to>
                                    </p:set>
                                    <p:animEffect transition="in" filter="fade">
                                      <p:cBhvr>
                                        <p:cTn id="35" dur="500"/>
                                        <p:tgtEl>
                                          <p:spTgt spid="37891">
                                            <p:txEl>
                                              <p:pRg st="3" end="3"/>
                                            </p:txEl>
                                          </p:spTgt>
                                        </p:tgtEl>
                                      </p:cBhvr>
                                    </p:animEffect>
                                    <p:anim calcmode="lin" valueType="num">
                                      <p:cBhvr>
                                        <p:cTn id="36"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789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89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BC336122-E571-E836-BD75-D7BB251F210A}"/>
              </a:ext>
            </a:extLst>
          </p:cNvPr>
          <p:cNvSpPr>
            <a:spLocks noGrp="1"/>
          </p:cNvSpPr>
          <p:nvPr>
            <p:ph type="title"/>
          </p:nvPr>
        </p:nvSpPr>
        <p:spPr>
          <a:xfrm>
            <a:off x="76200" y="76200"/>
            <a:ext cx="8991600" cy="838200"/>
          </a:xfrm>
        </p:spPr>
        <p:txBody>
          <a:bodyPr/>
          <a:lstStyle/>
          <a:p>
            <a:r>
              <a:rPr lang="en-US" altLang="en-US" sz="3600">
                <a:latin typeface="Berlin Sans FB Demi" panose="020E0602020502020306" pitchFamily="34" charset="77"/>
              </a:rPr>
              <a:t>Examples of Transforming Electrical Energy</a:t>
            </a:r>
          </a:p>
        </p:txBody>
      </p:sp>
      <p:sp>
        <p:nvSpPr>
          <p:cNvPr id="38915" name="Content Placeholder 2">
            <a:extLst>
              <a:ext uri="{FF2B5EF4-FFF2-40B4-BE49-F238E27FC236}">
                <a16:creationId xmlns:a16="http://schemas.microsoft.com/office/drawing/2014/main" id="{C26F44C1-D4DA-4B88-E59F-1146B0341A05}"/>
              </a:ext>
            </a:extLst>
          </p:cNvPr>
          <p:cNvSpPr>
            <a:spLocks noGrp="1"/>
          </p:cNvSpPr>
          <p:nvPr>
            <p:ph idx="1"/>
          </p:nvPr>
        </p:nvSpPr>
        <p:spPr>
          <a:xfrm>
            <a:off x="304800" y="838200"/>
            <a:ext cx="8534400" cy="1219200"/>
          </a:xfrm>
        </p:spPr>
        <p:txBody>
          <a:bodyPr/>
          <a:lstStyle/>
          <a:p>
            <a:pPr marL="0" indent="0" algn="ctr">
              <a:buFontTx/>
              <a:buNone/>
            </a:pPr>
            <a:r>
              <a:rPr lang="en-US" altLang="en-US" sz="2400">
                <a:latin typeface="Berlin Sans FB Demi" panose="020E0602020502020306" pitchFamily="34" charset="77"/>
              </a:rPr>
              <a:t>Every time you plug something into a wall outlet, you are using electrical energy and that electrical energy is transformed into other forms of energy</a:t>
            </a:r>
            <a:endParaRPr lang="en-US" altLang="en-US" sz="2800">
              <a:latin typeface="Berlin Sans FB Demi" panose="020E0602020502020306" pitchFamily="34" charset="77"/>
            </a:endParaRPr>
          </a:p>
        </p:txBody>
      </p:sp>
      <p:pic>
        <p:nvPicPr>
          <p:cNvPr id="38916" name="Picture 2" descr="Alarm clocks graphics">
            <a:extLst>
              <a:ext uri="{FF2B5EF4-FFF2-40B4-BE49-F238E27FC236}">
                <a16:creationId xmlns:a16="http://schemas.microsoft.com/office/drawing/2014/main" id="{F2354AF4-942F-E4BB-8D5B-B87EEAB3ACDA}"/>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5029200"/>
            <a:ext cx="1371600" cy="15525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8917" name="TextBox 3">
            <a:extLst>
              <a:ext uri="{FF2B5EF4-FFF2-40B4-BE49-F238E27FC236}">
                <a16:creationId xmlns:a16="http://schemas.microsoft.com/office/drawing/2014/main" id="{EF06378B-9966-78E7-4E23-0413FE8EDE5D}"/>
              </a:ext>
            </a:extLst>
          </p:cNvPr>
          <p:cNvSpPr txBox="1">
            <a:spLocks noChangeArrowheads="1"/>
          </p:cNvSpPr>
          <p:nvPr/>
        </p:nvSpPr>
        <p:spPr bwMode="auto">
          <a:xfrm>
            <a:off x="4035425" y="5481638"/>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latin typeface="Berlin Sans FB Demi" panose="020E0602020502020306" pitchFamily="34" charset="77"/>
              </a:rPr>
              <a:t>Alarm Clock: electrical energy </a:t>
            </a:r>
            <a:r>
              <a:rPr lang="en-US" altLang="en-US">
                <a:latin typeface="Berlin Sans FB Demi" panose="020E0602020502020306" pitchFamily="34" charset="77"/>
                <a:sym typeface="Wingdings" pitchFamily="2" charset="2"/>
              </a:rPr>
              <a:t> light energy and sound energy</a:t>
            </a:r>
            <a:r>
              <a:rPr lang="en-US" altLang="en-US">
                <a:latin typeface="Berlin Sans FB Demi" panose="020E0602020502020306" pitchFamily="34" charset="77"/>
              </a:rPr>
              <a:t>  </a:t>
            </a:r>
          </a:p>
        </p:txBody>
      </p:sp>
      <p:sp>
        <p:nvSpPr>
          <p:cNvPr id="38918" name="TextBox 7">
            <a:extLst>
              <a:ext uri="{FF2B5EF4-FFF2-40B4-BE49-F238E27FC236}">
                <a16:creationId xmlns:a16="http://schemas.microsoft.com/office/drawing/2014/main" id="{1C0B9827-4C1F-8560-AAB3-3B00EB02546C}"/>
              </a:ext>
            </a:extLst>
          </p:cNvPr>
          <p:cNvSpPr txBox="1">
            <a:spLocks noChangeArrowheads="1"/>
          </p:cNvSpPr>
          <p:nvPr/>
        </p:nvSpPr>
        <p:spPr bwMode="auto">
          <a:xfrm>
            <a:off x="3657600" y="2819400"/>
            <a:ext cx="4191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latin typeface="Berlin Sans FB Demi" panose="020E0602020502020306" pitchFamily="34" charset="77"/>
              </a:rPr>
              <a:t>Blender: </a:t>
            </a:r>
            <a:br>
              <a:rPr lang="en-US" altLang="en-US">
                <a:latin typeface="Berlin Sans FB Demi" panose="020E0602020502020306" pitchFamily="34" charset="77"/>
              </a:rPr>
            </a:br>
            <a:r>
              <a:rPr lang="en-US" altLang="en-US">
                <a:latin typeface="Berlin Sans FB Demi" panose="020E0602020502020306" pitchFamily="34" charset="77"/>
              </a:rPr>
              <a:t>electrical energy </a:t>
            </a:r>
            <a:r>
              <a:rPr lang="en-US" altLang="en-US">
                <a:latin typeface="Berlin Sans FB Demi" panose="020E0602020502020306" pitchFamily="34" charset="77"/>
                <a:sym typeface="Wingdings" pitchFamily="2" charset="2"/>
              </a:rPr>
              <a:t> mechanical energy </a:t>
            </a:r>
            <a:br>
              <a:rPr lang="en-US" altLang="en-US">
                <a:latin typeface="Berlin Sans FB Demi" panose="020E0602020502020306" pitchFamily="34" charset="77"/>
                <a:sym typeface="Wingdings" pitchFamily="2" charset="2"/>
              </a:rPr>
            </a:br>
            <a:r>
              <a:rPr lang="en-US" altLang="en-US">
                <a:latin typeface="Berlin Sans FB Demi" panose="020E0602020502020306" pitchFamily="34" charset="77"/>
                <a:sym typeface="Wingdings" pitchFamily="2" charset="2"/>
              </a:rPr>
              <a:t>and sound energy</a:t>
            </a:r>
            <a:r>
              <a:rPr lang="en-US" altLang="en-US">
                <a:latin typeface="Berlin Sans FB Demi" panose="020E0602020502020306" pitchFamily="34" charset="77"/>
              </a:rPr>
              <a:t>  </a:t>
            </a:r>
          </a:p>
        </p:txBody>
      </p:sp>
      <p:pic>
        <p:nvPicPr>
          <p:cNvPr id="38919" name="Picture 3" descr="C:\Users\ARRINGTONCB\AppData\Local\Microsoft\Windows\Temporary Internet Files\Content.IE5\XYOVBPX2\MC900030263[1].wmf">
            <a:extLst>
              <a:ext uri="{FF2B5EF4-FFF2-40B4-BE49-F238E27FC236}">
                <a16:creationId xmlns:a16="http://schemas.microsoft.com/office/drawing/2014/main" id="{B5573A17-6482-1CD7-E43A-E95727C6ED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2386013"/>
            <a:ext cx="1165225"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0" name="Picture 5" descr="http://www.gifs.net/Animation11/Jobs_and_People/Barbers_and_Beauticians/Woman_works.gif">
            <a:extLst>
              <a:ext uri="{FF2B5EF4-FFF2-40B4-BE49-F238E27FC236}">
                <a16:creationId xmlns:a16="http://schemas.microsoft.com/office/drawing/2014/main" id="{F7C2D0F2-3945-AE63-3062-FEE9C88DC1C8}"/>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1225550" y="2101850"/>
            <a:ext cx="1571625"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1" name="TextBox 10">
            <a:extLst>
              <a:ext uri="{FF2B5EF4-FFF2-40B4-BE49-F238E27FC236}">
                <a16:creationId xmlns:a16="http://schemas.microsoft.com/office/drawing/2014/main" id="{EAA3FC4B-84B4-3789-7D94-AD8261C62FF2}"/>
              </a:ext>
            </a:extLst>
          </p:cNvPr>
          <p:cNvSpPr txBox="1">
            <a:spLocks noChangeArrowheads="1"/>
          </p:cNvSpPr>
          <p:nvPr/>
        </p:nvSpPr>
        <p:spPr bwMode="auto">
          <a:xfrm>
            <a:off x="-84138" y="3883025"/>
            <a:ext cx="4191001"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latin typeface="Berlin Sans FB Demi" panose="020E0602020502020306" pitchFamily="34" charset="77"/>
              </a:rPr>
              <a:t>Hairdryer: </a:t>
            </a:r>
            <a:br>
              <a:rPr lang="en-US" altLang="en-US">
                <a:latin typeface="Berlin Sans FB Demi" panose="020E0602020502020306" pitchFamily="34" charset="77"/>
              </a:rPr>
            </a:br>
            <a:r>
              <a:rPr lang="en-US" altLang="en-US">
                <a:latin typeface="Berlin Sans FB Demi" panose="020E0602020502020306" pitchFamily="34" charset="77"/>
              </a:rPr>
              <a:t>electrical energy </a:t>
            </a:r>
            <a:r>
              <a:rPr lang="en-US" altLang="en-US">
                <a:latin typeface="Berlin Sans FB Demi" panose="020E0602020502020306" pitchFamily="34" charset="77"/>
                <a:sym typeface="Wingdings" pitchFamily="2" charset="2"/>
              </a:rPr>
              <a:t> mechanical energy, thermal energy,  and sound energy</a:t>
            </a:r>
            <a:r>
              <a:rPr lang="en-US" altLang="en-US">
                <a:latin typeface="Berlin Sans FB Demi" panose="020E0602020502020306" pitchFamily="34" charset="77"/>
              </a:rPr>
              <a:t>  </a:t>
            </a: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38914"/>
                                        </p:tgtEl>
                                        <p:attrNameLst>
                                          <p:attrName>style.visibility</p:attrName>
                                        </p:attrNameLst>
                                      </p:cBhvr>
                                      <p:to>
                                        <p:strVal val="visible"/>
                                      </p:to>
                                    </p:set>
                                    <p:animEffect transition="in" filter="fade">
                                      <p:cBhvr>
                                        <p:cTn id="7" dur="500"/>
                                        <p:tgtEl>
                                          <p:spTgt spid="38914"/>
                                        </p:tgtEl>
                                      </p:cBhvr>
                                    </p:animEffect>
                                    <p:anim calcmode="lin" valueType="num">
                                      <p:cBhvr>
                                        <p:cTn id="8" dur="500" fill="hold"/>
                                        <p:tgtEl>
                                          <p:spTgt spid="38914"/>
                                        </p:tgtEl>
                                        <p:attrNameLst>
                                          <p:attrName>ppt_x</p:attrName>
                                        </p:attrNameLst>
                                      </p:cBhvr>
                                      <p:tavLst>
                                        <p:tav tm="0">
                                          <p:val>
                                            <p:strVal val="#ppt_x"/>
                                          </p:val>
                                        </p:tav>
                                        <p:tav tm="100000">
                                          <p:val>
                                            <p:strVal val="#ppt_x"/>
                                          </p:val>
                                        </p:tav>
                                      </p:tavLst>
                                    </p:anim>
                                    <p:anim calcmode="lin" valueType="num">
                                      <p:cBhvr>
                                        <p:cTn id="9" dur="500" fill="hold"/>
                                        <p:tgtEl>
                                          <p:spTgt spid="38914"/>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42" presetClass="entr" presetSubtype="0" fill="hold" grpId="0" nodeType="afterEffect">
                                  <p:stCondLst>
                                    <p:cond delay="500"/>
                                  </p:stCondLst>
                                  <p:childTnLst>
                                    <p:set>
                                      <p:cBhvr>
                                        <p:cTn id="12" dur="1" fill="hold">
                                          <p:stCondLst>
                                            <p:cond delay="0"/>
                                          </p:stCondLst>
                                        </p:cTn>
                                        <p:tgtEl>
                                          <p:spTgt spid="38915">
                                            <p:txEl>
                                              <p:pRg st="0" end="0"/>
                                            </p:txEl>
                                          </p:spTgt>
                                        </p:tgtEl>
                                        <p:attrNameLst>
                                          <p:attrName>style.visibility</p:attrName>
                                        </p:attrNameLst>
                                      </p:cBhvr>
                                      <p:to>
                                        <p:strVal val="visible"/>
                                      </p:to>
                                    </p:set>
                                    <p:animEffect transition="in" filter="fade">
                                      <p:cBhvr>
                                        <p:cTn id="13" dur="500"/>
                                        <p:tgtEl>
                                          <p:spTgt spid="38915">
                                            <p:txEl>
                                              <p:pRg st="0" end="0"/>
                                            </p:txEl>
                                          </p:spTgt>
                                        </p:tgtEl>
                                      </p:cBhvr>
                                    </p:animEffect>
                                    <p:anim calcmode="lin" valueType="num">
                                      <p:cBhvr>
                                        <p:cTn id="14" dur="5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389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nodeType="clickEffect">
                                  <p:stCondLst>
                                    <p:cond delay="0"/>
                                  </p:stCondLst>
                                  <p:childTnLst>
                                    <p:set>
                                      <p:cBhvr>
                                        <p:cTn id="19" dur="1" fill="hold">
                                          <p:stCondLst>
                                            <p:cond delay="0"/>
                                          </p:stCondLst>
                                        </p:cTn>
                                        <p:tgtEl>
                                          <p:spTgt spid="38920"/>
                                        </p:tgtEl>
                                        <p:attrNameLst>
                                          <p:attrName>style.visibility</p:attrName>
                                        </p:attrNameLst>
                                      </p:cBhvr>
                                      <p:to>
                                        <p:strVal val="visible"/>
                                      </p:to>
                                    </p:set>
                                    <p:animEffect transition="in" filter="fade">
                                      <p:cBhvr>
                                        <p:cTn id="20" dur="500"/>
                                        <p:tgtEl>
                                          <p:spTgt spid="38920"/>
                                        </p:tgtEl>
                                      </p:cBhvr>
                                    </p:animEffect>
                                    <p:anim calcmode="lin" valueType="num">
                                      <p:cBhvr>
                                        <p:cTn id="21" dur="500" fill="hold"/>
                                        <p:tgtEl>
                                          <p:spTgt spid="38920"/>
                                        </p:tgtEl>
                                        <p:attrNameLst>
                                          <p:attrName>ppt_x</p:attrName>
                                        </p:attrNameLst>
                                      </p:cBhvr>
                                      <p:tavLst>
                                        <p:tav tm="0">
                                          <p:val>
                                            <p:strVal val="#ppt_x"/>
                                          </p:val>
                                        </p:tav>
                                        <p:tav tm="100000">
                                          <p:val>
                                            <p:strVal val="#ppt_x"/>
                                          </p:val>
                                        </p:tav>
                                      </p:tavLst>
                                    </p:anim>
                                    <p:anim calcmode="lin" valueType="num">
                                      <p:cBhvr>
                                        <p:cTn id="22" dur="500" fill="hold"/>
                                        <p:tgtEl>
                                          <p:spTgt spid="38920"/>
                                        </p:tgtEl>
                                        <p:attrNameLst>
                                          <p:attrName>ppt_y</p:attrName>
                                        </p:attrNameLst>
                                      </p:cBhvr>
                                      <p:tavLst>
                                        <p:tav tm="0">
                                          <p:val>
                                            <p:strVal val="#ppt_y+.1"/>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8921"/>
                                        </p:tgtEl>
                                        <p:attrNameLst>
                                          <p:attrName>style.visibility</p:attrName>
                                        </p:attrNameLst>
                                      </p:cBhvr>
                                      <p:to>
                                        <p:strVal val="visible"/>
                                      </p:to>
                                    </p:set>
                                    <p:animEffect transition="in" filter="fade">
                                      <p:cBhvr>
                                        <p:cTn id="27" dur="500"/>
                                        <p:tgtEl>
                                          <p:spTgt spid="38921"/>
                                        </p:tgtEl>
                                      </p:cBhvr>
                                    </p:animEffect>
                                    <p:anim calcmode="lin" valueType="num">
                                      <p:cBhvr>
                                        <p:cTn id="28" dur="500" fill="hold"/>
                                        <p:tgtEl>
                                          <p:spTgt spid="38921"/>
                                        </p:tgtEl>
                                        <p:attrNameLst>
                                          <p:attrName>ppt_x</p:attrName>
                                        </p:attrNameLst>
                                      </p:cBhvr>
                                      <p:tavLst>
                                        <p:tav tm="0">
                                          <p:val>
                                            <p:strVal val="#ppt_x"/>
                                          </p:val>
                                        </p:tav>
                                        <p:tav tm="100000">
                                          <p:val>
                                            <p:strVal val="#ppt_x"/>
                                          </p:val>
                                        </p:tav>
                                      </p:tavLst>
                                    </p:anim>
                                    <p:anim calcmode="lin" valueType="num">
                                      <p:cBhvr>
                                        <p:cTn id="29" dur="500" fill="hold"/>
                                        <p:tgtEl>
                                          <p:spTgt spid="38921"/>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entr" presetSubtype="0" fill="hold" nodeType="clickEffect">
                                  <p:stCondLst>
                                    <p:cond delay="0"/>
                                  </p:stCondLst>
                                  <p:childTnLst>
                                    <p:set>
                                      <p:cBhvr>
                                        <p:cTn id="33" dur="1" fill="hold">
                                          <p:stCondLst>
                                            <p:cond delay="0"/>
                                          </p:stCondLst>
                                        </p:cTn>
                                        <p:tgtEl>
                                          <p:spTgt spid="38919"/>
                                        </p:tgtEl>
                                        <p:attrNameLst>
                                          <p:attrName>style.visibility</p:attrName>
                                        </p:attrNameLst>
                                      </p:cBhvr>
                                      <p:to>
                                        <p:strVal val="visible"/>
                                      </p:to>
                                    </p:set>
                                    <p:animEffect transition="in" filter="fade">
                                      <p:cBhvr>
                                        <p:cTn id="34" dur="500"/>
                                        <p:tgtEl>
                                          <p:spTgt spid="38919"/>
                                        </p:tgtEl>
                                      </p:cBhvr>
                                    </p:animEffect>
                                    <p:anim calcmode="lin" valueType="num">
                                      <p:cBhvr>
                                        <p:cTn id="35" dur="500" fill="hold"/>
                                        <p:tgtEl>
                                          <p:spTgt spid="38919"/>
                                        </p:tgtEl>
                                        <p:attrNameLst>
                                          <p:attrName>ppt_x</p:attrName>
                                        </p:attrNameLst>
                                      </p:cBhvr>
                                      <p:tavLst>
                                        <p:tav tm="0">
                                          <p:val>
                                            <p:strVal val="#ppt_x"/>
                                          </p:val>
                                        </p:tav>
                                        <p:tav tm="100000">
                                          <p:val>
                                            <p:strVal val="#ppt_x"/>
                                          </p:val>
                                        </p:tav>
                                      </p:tavLst>
                                    </p:anim>
                                    <p:anim calcmode="lin" valueType="num">
                                      <p:cBhvr>
                                        <p:cTn id="36" dur="500" fill="hold"/>
                                        <p:tgtEl>
                                          <p:spTgt spid="38919"/>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8918"/>
                                        </p:tgtEl>
                                        <p:attrNameLst>
                                          <p:attrName>style.visibility</p:attrName>
                                        </p:attrNameLst>
                                      </p:cBhvr>
                                      <p:to>
                                        <p:strVal val="visible"/>
                                      </p:to>
                                    </p:set>
                                    <p:animEffect transition="in" filter="fade">
                                      <p:cBhvr>
                                        <p:cTn id="41" dur="500"/>
                                        <p:tgtEl>
                                          <p:spTgt spid="38918"/>
                                        </p:tgtEl>
                                      </p:cBhvr>
                                    </p:animEffect>
                                    <p:anim calcmode="lin" valueType="num">
                                      <p:cBhvr>
                                        <p:cTn id="42" dur="500" fill="hold"/>
                                        <p:tgtEl>
                                          <p:spTgt spid="38918"/>
                                        </p:tgtEl>
                                        <p:attrNameLst>
                                          <p:attrName>ppt_x</p:attrName>
                                        </p:attrNameLst>
                                      </p:cBhvr>
                                      <p:tavLst>
                                        <p:tav tm="0">
                                          <p:val>
                                            <p:strVal val="#ppt_x"/>
                                          </p:val>
                                        </p:tav>
                                        <p:tav tm="100000">
                                          <p:val>
                                            <p:strVal val="#ppt_x"/>
                                          </p:val>
                                        </p:tav>
                                      </p:tavLst>
                                    </p:anim>
                                    <p:anim calcmode="lin" valueType="num">
                                      <p:cBhvr>
                                        <p:cTn id="43" dur="500" fill="hold"/>
                                        <p:tgtEl>
                                          <p:spTgt spid="38918"/>
                                        </p:tgtEl>
                                        <p:attrNameLst>
                                          <p:attrName>ppt_y</p:attrName>
                                        </p:attrNameLst>
                                      </p:cBhvr>
                                      <p:tavLst>
                                        <p:tav tm="0">
                                          <p:val>
                                            <p:strVal val="#ppt_y+.1"/>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nodeType="clickEffect">
                                  <p:stCondLst>
                                    <p:cond delay="0"/>
                                  </p:stCondLst>
                                  <p:childTnLst>
                                    <p:set>
                                      <p:cBhvr>
                                        <p:cTn id="47" dur="1" fill="hold">
                                          <p:stCondLst>
                                            <p:cond delay="0"/>
                                          </p:stCondLst>
                                        </p:cTn>
                                        <p:tgtEl>
                                          <p:spTgt spid="38916"/>
                                        </p:tgtEl>
                                        <p:attrNameLst>
                                          <p:attrName>style.visibility</p:attrName>
                                        </p:attrNameLst>
                                      </p:cBhvr>
                                      <p:to>
                                        <p:strVal val="visible"/>
                                      </p:to>
                                    </p:set>
                                    <p:animEffect transition="in" filter="fade">
                                      <p:cBhvr>
                                        <p:cTn id="48" dur="500"/>
                                        <p:tgtEl>
                                          <p:spTgt spid="38916"/>
                                        </p:tgtEl>
                                      </p:cBhvr>
                                    </p:animEffect>
                                    <p:anim calcmode="lin" valueType="num">
                                      <p:cBhvr>
                                        <p:cTn id="49" dur="500" fill="hold"/>
                                        <p:tgtEl>
                                          <p:spTgt spid="38916"/>
                                        </p:tgtEl>
                                        <p:attrNameLst>
                                          <p:attrName>ppt_x</p:attrName>
                                        </p:attrNameLst>
                                      </p:cBhvr>
                                      <p:tavLst>
                                        <p:tav tm="0">
                                          <p:val>
                                            <p:strVal val="#ppt_x"/>
                                          </p:val>
                                        </p:tav>
                                        <p:tav tm="100000">
                                          <p:val>
                                            <p:strVal val="#ppt_x"/>
                                          </p:val>
                                        </p:tav>
                                      </p:tavLst>
                                    </p:anim>
                                    <p:anim calcmode="lin" valueType="num">
                                      <p:cBhvr>
                                        <p:cTn id="50" dur="500" fill="hold"/>
                                        <p:tgtEl>
                                          <p:spTgt spid="38916"/>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8917"/>
                                        </p:tgtEl>
                                        <p:attrNameLst>
                                          <p:attrName>style.visibility</p:attrName>
                                        </p:attrNameLst>
                                      </p:cBhvr>
                                      <p:to>
                                        <p:strVal val="visible"/>
                                      </p:to>
                                    </p:set>
                                    <p:animEffect transition="in" filter="fade">
                                      <p:cBhvr>
                                        <p:cTn id="55" dur="500"/>
                                        <p:tgtEl>
                                          <p:spTgt spid="38917"/>
                                        </p:tgtEl>
                                      </p:cBhvr>
                                    </p:animEffect>
                                    <p:anim calcmode="lin" valueType="num">
                                      <p:cBhvr>
                                        <p:cTn id="56" dur="500" fill="hold"/>
                                        <p:tgtEl>
                                          <p:spTgt spid="38917"/>
                                        </p:tgtEl>
                                        <p:attrNameLst>
                                          <p:attrName>ppt_x</p:attrName>
                                        </p:attrNameLst>
                                      </p:cBhvr>
                                      <p:tavLst>
                                        <p:tav tm="0">
                                          <p:val>
                                            <p:strVal val="#ppt_x"/>
                                          </p:val>
                                        </p:tav>
                                        <p:tav tm="100000">
                                          <p:val>
                                            <p:strVal val="#ppt_x"/>
                                          </p:val>
                                        </p:tav>
                                      </p:tavLst>
                                    </p:anim>
                                    <p:anim calcmode="lin" valueType="num">
                                      <p:cBhvr>
                                        <p:cTn id="57" dur="500" fill="hold"/>
                                        <p:tgtEl>
                                          <p:spTgt spid="389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P spid="38915" grpId="0" build="p"/>
      <p:bldP spid="38917" grpId="0"/>
      <p:bldP spid="38918" grpId="0"/>
      <p:bldP spid="38921"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3794" name="Picture 3">
            <a:extLst>
              <a:ext uri="{FF2B5EF4-FFF2-40B4-BE49-F238E27FC236}">
                <a16:creationId xmlns:a16="http://schemas.microsoft.com/office/drawing/2014/main" id="{7C76A5BF-EE4B-001B-CF6B-C5FDFCF148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76200"/>
            <a:ext cx="5072063" cy="222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5" name="Title 1">
            <a:extLst>
              <a:ext uri="{FF2B5EF4-FFF2-40B4-BE49-F238E27FC236}">
                <a16:creationId xmlns:a16="http://schemas.microsoft.com/office/drawing/2014/main" id="{58AD228D-64D7-650D-D1C2-1EA197314862}"/>
              </a:ext>
            </a:extLst>
          </p:cNvPr>
          <p:cNvSpPr>
            <a:spLocks noGrp="1"/>
          </p:cNvSpPr>
          <p:nvPr>
            <p:ph type="title"/>
          </p:nvPr>
        </p:nvSpPr>
        <p:spPr>
          <a:xfrm>
            <a:off x="76200" y="136525"/>
            <a:ext cx="4267200" cy="1844675"/>
          </a:xfrm>
        </p:spPr>
        <p:txBody>
          <a:bodyPr/>
          <a:lstStyle/>
          <a:p>
            <a:r>
              <a:rPr lang="en-US" altLang="en-US" sz="3100">
                <a:latin typeface="Berlin Sans FB Demi" panose="020E0602020502020306" pitchFamily="34" charset="77"/>
              </a:rPr>
              <a:t>Let’s examine the Energy Transformation in riding a bike.</a:t>
            </a:r>
          </a:p>
        </p:txBody>
      </p:sp>
      <p:sp>
        <p:nvSpPr>
          <p:cNvPr id="33796" name="Content Placeholder 2">
            <a:extLst>
              <a:ext uri="{FF2B5EF4-FFF2-40B4-BE49-F238E27FC236}">
                <a16:creationId xmlns:a16="http://schemas.microsoft.com/office/drawing/2014/main" id="{F9400C85-2811-77B6-23E0-AD128B926849}"/>
              </a:ext>
            </a:extLst>
          </p:cNvPr>
          <p:cNvSpPr>
            <a:spLocks noGrp="1"/>
          </p:cNvSpPr>
          <p:nvPr>
            <p:ph idx="1"/>
          </p:nvPr>
        </p:nvSpPr>
        <p:spPr>
          <a:xfrm>
            <a:off x="304800" y="2286000"/>
            <a:ext cx="8610600" cy="4419600"/>
          </a:xfrm>
        </p:spPr>
        <p:txBody>
          <a:bodyPr/>
          <a:lstStyle/>
          <a:p>
            <a:pPr>
              <a:defRPr/>
            </a:pPr>
            <a:r>
              <a:rPr lang="en-US" sz="2350" dirty="0">
                <a:latin typeface="Berlin Sans FB Demi" pitchFamily="34" charset="0"/>
              </a:rPr>
              <a:t>As the rider pedals, her leg muscles transform chemical energy (potential energy stored from the food she ate) into mechanical (kinetic) energy</a:t>
            </a:r>
          </a:p>
          <a:p>
            <a:pPr>
              <a:defRPr/>
            </a:pPr>
            <a:r>
              <a:rPr lang="en-US" sz="2350" dirty="0">
                <a:latin typeface="Berlin Sans FB Demi" pitchFamily="34" charset="0"/>
              </a:rPr>
              <a:t>The mechanical (kinetic) energy of her leg muscles transforms into mechanical (kinetic energy) of the bicycle as she pedals</a:t>
            </a:r>
          </a:p>
          <a:p>
            <a:pPr>
              <a:defRPr/>
            </a:pPr>
            <a:r>
              <a:rPr lang="en-US" sz="2350" dirty="0">
                <a:latin typeface="Berlin Sans FB Demi" pitchFamily="34" charset="0"/>
              </a:rPr>
              <a:t>Some of this energy transforms into potential energy as she moves up the hill</a:t>
            </a:r>
          </a:p>
          <a:p>
            <a:pPr>
              <a:defRPr/>
            </a:pPr>
            <a:r>
              <a:rPr lang="en-US" sz="2350" dirty="0">
                <a:latin typeface="Berlin Sans FB Demi" pitchFamily="34" charset="0"/>
              </a:rPr>
              <a:t>Some energy is transformed into thermal energy (her body is warmer because chemical energy is released and because of friction, the mechanical parts of the bicycle are warmer too)</a:t>
            </a:r>
          </a:p>
        </p:txBody>
      </p:sp>
      <p:pic>
        <p:nvPicPr>
          <p:cNvPr id="33797" name="Picture 2" descr="Cycling graphics">
            <a:extLst>
              <a:ext uri="{FF2B5EF4-FFF2-40B4-BE49-F238E27FC236}">
                <a16:creationId xmlns:a16="http://schemas.microsoft.com/office/drawing/2014/main" id="{310CCDC5-26F6-C455-284B-AF4750570C6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2457068">
            <a:off x="4673600" y="365125"/>
            <a:ext cx="10477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33795"/>
                                        </p:tgtEl>
                                        <p:attrNameLst>
                                          <p:attrName>style.visibility</p:attrName>
                                        </p:attrNameLst>
                                      </p:cBhvr>
                                      <p:to>
                                        <p:strVal val="visible"/>
                                      </p:to>
                                    </p:set>
                                    <p:anim calcmode="lin" valueType="num">
                                      <p:cBhvr>
                                        <p:cTn id="7" dur="1000" fill="hold"/>
                                        <p:tgtEl>
                                          <p:spTgt spid="33795"/>
                                        </p:tgtEl>
                                        <p:attrNameLst>
                                          <p:attrName>ppt_w</p:attrName>
                                        </p:attrNameLst>
                                      </p:cBhvr>
                                      <p:tavLst>
                                        <p:tav tm="0">
                                          <p:val>
                                            <p:fltVal val="0"/>
                                          </p:val>
                                        </p:tav>
                                        <p:tav tm="100000">
                                          <p:val>
                                            <p:strVal val="#ppt_w"/>
                                          </p:val>
                                        </p:tav>
                                      </p:tavLst>
                                    </p:anim>
                                    <p:anim calcmode="lin" valueType="num">
                                      <p:cBhvr>
                                        <p:cTn id="8" dur="1000" fill="hold"/>
                                        <p:tgtEl>
                                          <p:spTgt spid="33795"/>
                                        </p:tgtEl>
                                        <p:attrNameLst>
                                          <p:attrName>ppt_h</p:attrName>
                                        </p:attrNameLst>
                                      </p:cBhvr>
                                      <p:tavLst>
                                        <p:tav tm="0">
                                          <p:val>
                                            <p:fltVal val="0"/>
                                          </p:val>
                                        </p:tav>
                                        <p:tav tm="100000">
                                          <p:val>
                                            <p:strVal val="#ppt_h"/>
                                          </p:val>
                                        </p:tav>
                                      </p:tavLst>
                                    </p:anim>
                                    <p:animEffect transition="in" filter="fade">
                                      <p:cBhvr>
                                        <p:cTn id="9" dur="1000"/>
                                        <p:tgtEl>
                                          <p:spTgt spid="33795"/>
                                        </p:tgtEl>
                                      </p:cBhvr>
                                    </p:animEffect>
                                  </p:childTnLst>
                                </p:cTn>
                              </p:par>
                            </p:childTnLst>
                          </p:cTn>
                        </p:par>
                        <p:par>
                          <p:cTn id="10" fill="hold" nodeType="afterGroup">
                            <p:stCondLst>
                              <p:cond delay="1500"/>
                            </p:stCondLst>
                            <p:childTnLst>
                              <p:par>
                                <p:cTn id="11" presetID="10" presetClass="entr" presetSubtype="0" fill="hold" nodeType="afterEffect">
                                  <p:stCondLst>
                                    <p:cond delay="500"/>
                                  </p:stCondLst>
                                  <p:childTnLst>
                                    <p:set>
                                      <p:cBhvr>
                                        <p:cTn id="12" dur="1" fill="hold">
                                          <p:stCondLst>
                                            <p:cond delay="0"/>
                                          </p:stCondLst>
                                        </p:cTn>
                                        <p:tgtEl>
                                          <p:spTgt spid="33794"/>
                                        </p:tgtEl>
                                        <p:attrNameLst>
                                          <p:attrName>style.visibility</p:attrName>
                                        </p:attrNameLst>
                                      </p:cBhvr>
                                      <p:to>
                                        <p:strVal val="visible"/>
                                      </p:to>
                                    </p:set>
                                    <p:animEffect transition="in" filter="fade">
                                      <p:cBhvr>
                                        <p:cTn id="13" dur="1000"/>
                                        <p:tgtEl>
                                          <p:spTgt spid="33794"/>
                                        </p:tgtEl>
                                      </p:cBhvr>
                                    </p:animEffect>
                                  </p:childTnLst>
                                </p:cTn>
                              </p:par>
                            </p:childTnLst>
                          </p:cTn>
                        </p:par>
                        <p:par>
                          <p:cTn id="14" fill="hold" nodeType="afterGroup">
                            <p:stCondLst>
                              <p:cond delay="3000"/>
                            </p:stCondLst>
                            <p:childTnLst>
                              <p:par>
                                <p:cTn id="15" presetID="10" presetClass="entr" presetSubtype="0" fill="hold" nodeType="afterEffect">
                                  <p:stCondLst>
                                    <p:cond delay="0"/>
                                  </p:stCondLst>
                                  <p:childTnLst>
                                    <p:set>
                                      <p:cBhvr>
                                        <p:cTn id="16" dur="1" fill="hold">
                                          <p:stCondLst>
                                            <p:cond delay="0"/>
                                          </p:stCondLst>
                                        </p:cTn>
                                        <p:tgtEl>
                                          <p:spTgt spid="33797"/>
                                        </p:tgtEl>
                                        <p:attrNameLst>
                                          <p:attrName>style.visibility</p:attrName>
                                        </p:attrNameLst>
                                      </p:cBhvr>
                                      <p:to>
                                        <p:strVal val="visible"/>
                                      </p:to>
                                    </p:set>
                                    <p:animEffect transition="in" filter="fade">
                                      <p:cBhvr>
                                        <p:cTn id="17" dur="500"/>
                                        <p:tgtEl>
                                          <p:spTgt spid="337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33796">
                                            <p:txEl>
                                              <p:pRg st="0" end="0"/>
                                            </p:txEl>
                                          </p:spTgt>
                                        </p:tgtEl>
                                        <p:attrNameLst>
                                          <p:attrName>style.visibility</p:attrName>
                                        </p:attrNameLst>
                                      </p:cBhvr>
                                      <p:to>
                                        <p:strVal val="visible"/>
                                      </p:to>
                                    </p:set>
                                    <p:anim calcmode="lin" valueType="num">
                                      <p:cBhvr>
                                        <p:cTn id="22" dur="1000" fill="hold"/>
                                        <p:tgtEl>
                                          <p:spTgt spid="33796">
                                            <p:txEl>
                                              <p:pRg st="0" end="0"/>
                                            </p:txEl>
                                          </p:spTgt>
                                        </p:tgtEl>
                                        <p:attrNameLst>
                                          <p:attrName>ppt_w</p:attrName>
                                        </p:attrNameLst>
                                      </p:cBhvr>
                                      <p:tavLst>
                                        <p:tav tm="0">
                                          <p:val>
                                            <p:fltVal val="0"/>
                                          </p:val>
                                        </p:tav>
                                        <p:tav tm="100000">
                                          <p:val>
                                            <p:strVal val="#ppt_w"/>
                                          </p:val>
                                        </p:tav>
                                      </p:tavLst>
                                    </p:anim>
                                    <p:anim calcmode="lin" valueType="num">
                                      <p:cBhvr>
                                        <p:cTn id="23" dur="1000" fill="hold"/>
                                        <p:tgtEl>
                                          <p:spTgt spid="33796">
                                            <p:txEl>
                                              <p:pRg st="0" end="0"/>
                                            </p:txEl>
                                          </p:spTgt>
                                        </p:tgtEl>
                                        <p:attrNameLst>
                                          <p:attrName>ppt_h</p:attrName>
                                        </p:attrNameLst>
                                      </p:cBhvr>
                                      <p:tavLst>
                                        <p:tav tm="0">
                                          <p:val>
                                            <p:fltVal val="0"/>
                                          </p:val>
                                        </p:tav>
                                        <p:tav tm="100000">
                                          <p:val>
                                            <p:strVal val="#ppt_h"/>
                                          </p:val>
                                        </p:tav>
                                      </p:tavLst>
                                    </p:anim>
                                    <p:animEffect transition="in" filter="fade">
                                      <p:cBhvr>
                                        <p:cTn id="24" dur="1000"/>
                                        <p:tgtEl>
                                          <p:spTgt spid="33796">
                                            <p:txEl>
                                              <p:pRg st="0" end="0"/>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33796">
                                            <p:txEl>
                                              <p:pRg st="1" end="1"/>
                                            </p:txEl>
                                          </p:spTgt>
                                        </p:tgtEl>
                                        <p:attrNameLst>
                                          <p:attrName>style.visibility</p:attrName>
                                        </p:attrNameLst>
                                      </p:cBhvr>
                                      <p:to>
                                        <p:strVal val="visible"/>
                                      </p:to>
                                    </p:set>
                                    <p:anim calcmode="lin" valueType="num">
                                      <p:cBhvr>
                                        <p:cTn id="29" dur="1000" fill="hold"/>
                                        <p:tgtEl>
                                          <p:spTgt spid="33796">
                                            <p:txEl>
                                              <p:pRg st="1" end="1"/>
                                            </p:txEl>
                                          </p:spTgt>
                                        </p:tgtEl>
                                        <p:attrNameLst>
                                          <p:attrName>ppt_w</p:attrName>
                                        </p:attrNameLst>
                                      </p:cBhvr>
                                      <p:tavLst>
                                        <p:tav tm="0">
                                          <p:val>
                                            <p:fltVal val="0"/>
                                          </p:val>
                                        </p:tav>
                                        <p:tav tm="100000">
                                          <p:val>
                                            <p:strVal val="#ppt_w"/>
                                          </p:val>
                                        </p:tav>
                                      </p:tavLst>
                                    </p:anim>
                                    <p:anim calcmode="lin" valueType="num">
                                      <p:cBhvr>
                                        <p:cTn id="30" dur="1000" fill="hold"/>
                                        <p:tgtEl>
                                          <p:spTgt spid="33796">
                                            <p:txEl>
                                              <p:pRg st="1" end="1"/>
                                            </p:txEl>
                                          </p:spTgt>
                                        </p:tgtEl>
                                        <p:attrNameLst>
                                          <p:attrName>ppt_h</p:attrName>
                                        </p:attrNameLst>
                                      </p:cBhvr>
                                      <p:tavLst>
                                        <p:tav tm="0">
                                          <p:val>
                                            <p:fltVal val="0"/>
                                          </p:val>
                                        </p:tav>
                                        <p:tav tm="100000">
                                          <p:val>
                                            <p:strVal val="#ppt_h"/>
                                          </p:val>
                                        </p:tav>
                                      </p:tavLst>
                                    </p:anim>
                                    <p:animEffect transition="in" filter="fade">
                                      <p:cBhvr>
                                        <p:cTn id="31" dur="1000"/>
                                        <p:tgtEl>
                                          <p:spTgt spid="33796">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33796">
                                            <p:txEl>
                                              <p:pRg st="2" end="2"/>
                                            </p:txEl>
                                          </p:spTgt>
                                        </p:tgtEl>
                                        <p:attrNameLst>
                                          <p:attrName>style.visibility</p:attrName>
                                        </p:attrNameLst>
                                      </p:cBhvr>
                                      <p:to>
                                        <p:strVal val="visible"/>
                                      </p:to>
                                    </p:set>
                                    <p:anim calcmode="lin" valueType="num">
                                      <p:cBhvr>
                                        <p:cTn id="36" dur="1000" fill="hold"/>
                                        <p:tgtEl>
                                          <p:spTgt spid="33796">
                                            <p:txEl>
                                              <p:pRg st="2" end="2"/>
                                            </p:txEl>
                                          </p:spTgt>
                                        </p:tgtEl>
                                        <p:attrNameLst>
                                          <p:attrName>ppt_w</p:attrName>
                                        </p:attrNameLst>
                                      </p:cBhvr>
                                      <p:tavLst>
                                        <p:tav tm="0">
                                          <p:val>
                                            <p:fltVal val="0"/>
                                          </p:val>
                                        </p:tav>
                                        <p:tav tm="100000">
                                          <p:val>
                                            <p:strVal val="#ppt_w"/>
                                          </p:val>
                                        </p:tav>
                                      </p:tavLst>
                                    </p:anim>
                                    <p:anim calcmode="lin" valueType="num">
                                      <p:cBhvr>
                                        <p:cTn id="37" dur="1000" fill="hold"/>
                                        <p:tgtEl>
                                          <p:spTgt spid="33796">
                                            <p:txEl>
                                              <p:pRg st="2" end="2"/>
                                            </p:txEl>
                                          </p:spTgt>
                                        </p:tgtEl>
                                        <p:attrNameLst>
                                          <p:attrName>ppt_h</p:attrName>
                                        </p:attrNameLst>
                                      </p:cBhvr>
                                      <p:tavLst>
                                        <p:tav tm="0">
                                          <p:val>
                                            <p:fltVal val="0"/>
                                          </p:val>
                                        </p:tav>
                                        <p:tav tm="100000">
                                          <p:val>
                                            <p:strVal val="#ppt_h"/>
                                          </p:val>
                                        </p:tav>
                                      </p:tavLst>
                                    </p:anim>
                                    <p:animEffect transition="in" filter="fade">
                                      <p:cBhvr>
                                        <p:cTn id="38" dur="1000"/>
                                        <p:tgtEl>
                                          <p:spTgt spid="33796">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33796">
                                            <p:txEl>
                                              <p:pRg st="3" end="3"/>
                                            </p:txEl>
                                          </p:spTgt>
                                        </p:tgtEl>
                                        <p:attrNameLst>
                                          <p:attrName>style.visibility</p:attrName>
                                        </p:attrNameLst>
                                      </p:cBhvr>
                                      <p:to>
                                        <p:strVal val="visible"/>
                                      </p:to>
                                    </p:set>
                                    <p:anim calcmode="lin" valueType="num">
                                      <p:cBhvr>
                                        <p:cTn id="43" dur="1000" fill="hold"/>
                                        <p:tgtEl>
                                          <p:spTgt spid="33796">
                                            <p:txEl>
                                              <p:pRg st="3" end="3"/>
                                            </p:txEl>
                                          </p:spTgt>
                                        </p:tgtEl>
                                        <p:attrNameLst>
                                          <p:attrName>ppt_w</p:attrName>
                                        </p:attrNameLst>
                                      </p:cBhvr>
                                      <p:tavLst>
                                        <p:tav tm="0">
                                          <p:val>
                                            <p:fltVal val="0"/>
                                          </p:val>
                                        </p:tav>
                                        <p:tav tm="100000">
                                          <p:val>
                                            <p:strVal val="#ppt_w"/>
                                          </p:val>
                                        </p:tav>
                                      </p:tavLst>
                                    </p:anim>
                                    <p:anim calcmode="lin" valueType="num">
                                      <p:cBhvr>
                                        <p:cTn id="44" dur="1000" fill="hold"/>
                                        <p:tgtEl>
                                          <p:spTgt spid="33796">
                                            <p:txEl>
                                              <p:pRg st="3" end="3"/>
                                            </p:txEl>
                                          </p:spTgt>
                                        </p:tgtEl>
                                        <p:attrNameLst>
                                          <p:attrName>ppt_h</p:attrName>
                                        </p:attrNameLst>
                                      </p:cBhvr>
                                      <p:tavLst>
                                        <p:tav tm="0">
                                          <p:val>
                                            <p:fltVal val="0"/>
                                          </p:val>
                                        </p:tav>
                                        <p:tav tm="100000">
                                          <p:val>
                                            <p:strVal val="#ppt_h"/>
                                          </p:val>
                                        </p:tav>
                                      </p:tavLst>
                                    </p:anim>
                                    <p:animEffect transition="in" filter="fade">
                                      <p:cBhvr>
                                        <p:cTn id="45" dur="1000"/>
                                        <p:tgtEl>
                                          <p:spTgt spid="337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BDFCE280-15BB-0B56-FD5A-E61F1D2EE2AA}"/>
              </a:ext>
            </a:extLst>
          </p:cNvPr>
          <p:cNvSpPr>
            <a:spLocks noGrp="1"/>
          </p:cNvSpPr>
          <p:nvPr>
            <p:ph type="title"/>
          </p:nvPr>
        </p:nvSpPr>
        <p:spPr>
          <a:xfrm>
            <a:off x="304800" y="304800"/>
            <a:ext cx="4800600" cy="1828800"/>
          </a:xfrm>
        </p:spPr>
        <p:txBody>
          <a:bodyPr/>
          <a:lstStyle/>
          <a:p>
            <a:r>
              <a:rPr lang="en-US" altLang="en-US" sz="4800">
                <a:latin typeface="Berlin Sans FB Demi" panose="020E0602020502020306" pitchFamily="34" charset="77"/>
              </a:rPr>
              <a:t>Energy Transformations </a:t>
            </a:r>
            <a:br>
              <a:rPr lang="en-US" altLang="en-US" sz="4800">
                <a:latin typeface="Berlin Sans FB Demi" panose="020E0602020502020306" pitchFamily="34" charset="77"/>
              </a:rPr>
            </a:br>
            <a:r>
              <a:rPr lang="en-US" altLang="en-US" sz="4800">
                <a:latin typeface="Berlin Sans FB Demi" panose="020E0602020502020306" pitchFamily="34" charset="77"/>
              </a:rPr>
              <a:t>in a Car</a:t>
            </a:r>
          </a:p>
        </p:txBody>
      </p:sp>
      <p:sp>
        <p:nvSpPr>
          <p:cNvPr id="39939" name="Content Placeholder 2">
            <a:extLst>
              <a:ext uri="{FF2B5EF4-FFF2-40B4-BE49-F238E27FC236}">
                <a16:creationId xmlns:a16="http://schemas.microsoft.com/office/drawing/2014/main" id="{D58E1DAA-8420-C315-BE53-6E2F420F1162}"/>
              </a:ext>
            </a:extLst>
          </p:cNvPr>
          <p:cNvSpPr>
            <a:spLocks noGrp="1"/>
          </p:cNvSpPr>
          <p:nvPr>
            <p:ph idx="1"/>
          </p:nvPr>
        </p:nvSpPr>
        <p:spPr>
          <a:xfrm>
            <a:off x="381000" y="2514600"/>
            <a:ext cx="8543925" cy="4419600"/>
          </a:xfrm>
        </p:spPr>
        <p:txBody>
          <a:bodyPr/>
          <a:lstStyle/>
          <a:p>
            <a:r>
              <a:rPr lang="en-US" altLang="en-US" sz="3000">
                <a:latin typeface="Berlin Sans FB Demi" panose="020E0602020502020306" pitchFamily="34" charset="77"/>
              </a:rPr>
              <a:t>A car engine transforms the chemical energy in gasoline into mechanical energy (kinetic and potential energy)</a:t>
            </a:r>
          </a:p>
          <a:p>
            <a:r>
              <a:rPr lang="en-US" altLang="en-US" sz="3000">
                <a:latin typeface="Berlin Sans FB Demi" panose="020E0602020502020306" pitchFamily="34" charset="77"/>
              </a:rPr>
              <a:t>Not all of the chemical energy is converted into mechanical energy. Some is converted into thermal energy, and the engine becomes hot.</a:t>
            </a:r>
          </a:p>
          <a:p>
            <a:r>
              <a:rPr lang="en-US" altLang="en-US" sz="3000">
                <a:latin typeface="Berlin Sans FB Demi" panose="020E0602020502020306" pitchFamily="34" charset="77"/>
              </a:rPr>
              <a:t>The chemical energy in the car battery is also transformed into other forms of energy</a:t>
            </a:r>
          </a:p>
        </p:txBody>
      </p:sp>
      <p:pic>
        <p:nvPicPr>
          <p:cNvPr id="39940" name="Picture 2" descr="Car graphics">
            <a:extLst>
              <a:ext uri="{FF2B5EF4-FFF2-40B4-BE49-F238E27FC236}">
                <a16:creationId xmlns:a16="http://schemas.microsoft.com/office/drawing/2014/main" id="{2C3F7C7A-70BE-3C1A-4AA5-3DC4F0BC6D58}"/>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395913" y="533400"/>
            <a:ext cx="3514725"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500"/>
                                  </p:stCondLst>
                                  <p:childTnLst>
                                    <p:set>
                                      <p:cBhvr>
                                        <p:cTn id="6" dur="1" fill="hold">
                                          <p:stCondLst>
                                            <p:cond delay="0"/>
                                          </p:stCondLst>
                                        </p:cTn>
                                        <p:tgtEl>
                                          <p:spTgt spid="39940"/>
                                        </p:tgtEl>
                                        <p:attrNameLst>
                                          <p:attrName>style.visibility</p:attrName>
                                        </p:attrNameLst>
                                      </p:cBhvr>
                                      <p:to>
                                        <p:strVal val="visible"/>
                                      </p:to>
                                    </p:set>
                                    <p:anim calcmode="lin" valueType="num">
                                      <p:cBhvr additive="base">
                                        <p:cTn id="7" dur="1000" fill="hold"/>
                                        <p:tgtEl>
                                          <p:spTgt spid="39940"/>
                                        </p:tgtEl>
                                        <p:attrNameLst>
                                          <p:attrName>ppt_x</p:attrName>
                                        </p:attrNameLst>
                                      </p:cBhvr>
                                      <p:tavLst>
                                        <p:tav tm="0">
                                          <p:val>
                                            <p:strVal val="0-#ppt_w/2"/>
                                          </p:val>
                                        </p:tav>
                                        <p:tav tm="100000">
                                          <p:val>
                                            <p:strVal val="#ppt_x"/>
                                          </p:val>
                                        </p:tav>
                                      </p:tavLst>
                                    </p:anim>
                                    <p:anim calcmode="lin" valueType="num">
                                      <p:cBhvr additive="base">
                                        <p:cTn id="8" dur="1000" fill="hold"/>
                                        <p:tgtEl>
                                          <p:spTgt spid="3994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500"/>
                            </p:stCondLst>
                            <p:childTnLst>
                              <p:par>
                                <p:cTn id="10" presetID="53" presetClass="entr" presetSubtype="16" fill="hold" grpId="0" nodeType="afterEffect">
                                  <p:stCondLst>
                                    <p:cond delay="500"/>
                                  </p:stCondLst>
                                  <p:childTnLst>
                                    <p:set>
                                      <p:cBhvr>
                                        <p:cTn id="11" dur="1" fill="hold">
                                          <p:stCondLst>
                                            <p:cond delay="0"/>
                                          </p:stCondLst>
                                        </p:cTn>
                                        <p:tgtEl>
                                          <p:spTgt spid="39938"/>
                                        </p:tgtEl>
                                        <p:attrNameLst>
                                          <p:attrName>style.visibility</p:attrName>
                                        </p:attrNameLst>
                                      </p:cBhvr>
                                      <p:to>
                                        <p:strVal val="visible"/>
                                      </p:to>
                                    </p:set>
                                    <p:anim calcmode="lin" valueType="num">
                                      <p:cBhvr>
                                        <p:cTn id="12" dur="1000" fill="hold"/>
                                        <p:tgtEl>
                                          <p:spTgt spid="39938"/>
                                        </p:tgtEl>
                                        <p:attrNameLst>
                                          <p:attrName>ppt_w</p:attrName>
                                        </p:attrNameLst>
                                      </p:cBhvr>
                                      <p:tavLst>
                                        <p:tav tm="0">
                                          <p:val>
                                            <p:fltVal val="0"/>
                                          </p:val>
                                        </p:tav>
                                        <p:tav tm="100000">
                                          <p:val>
                                            <p:strVal val="#ppt_w"/>
                                          </p:val>
                                        </p:tav>
                                      </p:tavLst>
                                    </p:anim>
                                    <p:anim calcmode="lin" valueType="num">
                                      <p:cBhvr>
                                        <p:cTn id="13" dur="1000" fill="hold"/>
                                        <p:tgtEl>
                                          <p:spTgt spid="39938"/>
                                        </p:tgtEl>
                                        <p:attrNameLst>
                                          <p:attrName>ppt_h</p:attrName>
                                        </p:attrNameLst>
                                      </p:cBhvr>
                                      <p:tavLst>
                                        <p:tav tm="0">
                                          <p:val>
                                            <p:fltVal val="0"/>
                                          </p:val>
                                        </p:tav>
                                        <p:tav tm="100000">
                                          <p:val>
                                            <p:strVal val="#ppt_h"/>
                                          </p:val>
                                        </p:tav>
                                      </p:tavLst>
                                    </p:anim>
                                    <p:animEffect transition="in" filter="fade">
                                      <p:cBhvr>
                                        <p:cTn id="14" dur="1000"/>
                                        <p:tgtEl>
                                          <p:spTgt spid="3993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9939">
                                            <p:txEl>
                                              <p:pRg st="0" end="0"/>
                                            </p:txEl>
                                          </p:spTgt>
                                        </p:tgtEl>
                                        <p:attrNameLst>
                                          <p:attrName>style.visibility</p:attrName>
                                        </p:attrNameLst>
                                      </p:cBhvr>
                                      <p:to>
                                        <p:strVal val="visible"/>
                                      </p:to>
                                    </p:set>
                                    <p:anim calcmode="lin" valueType="num">
                                      <p:cBhvr>
                                        <p:cTn id="19" dur="1000" fill="hold"/>
                                        <p:tgtEl>
                                          <p:spTgt spid="39939">
                                            <p:txEl>
                                              <p:pRg st="0" end="0"/>
                                            </p:txEl>
                                          </p:spTgt>
                                        </p:tgtEl>
                                        <p:attrNameLst>
                                          <p:attrName>ppt_w</p:attrName>
                                        </p:attrNameLst>
                                      </p:cBhvr>
                                      <p:tavLst>
                                        <p:tav tm="0">
                                          <p:val>
                                            <p:fltVal val="0"/>
                                          </p:val>
                                        </p:tav>
                                        <p:tav tm="100000">
                                          <p:val>
                                            <p:strVal val="#ppt_w"/>
                                          </p:val>
                                        </p:tav>
                                      </p:tavLst>
                                    </p:anim>
                                    <p:anim calcmode="lin" valueType="num">
                                      <p:cBhvr>
                                        <p:cTn id="20" dur="1000" fill="hold"/>
                                        <p:tgtEl>
                                          <p:spTgt spid="39939">
                                            <p:txEl>
                                              <p:pRg st="0" end="0"/>
                                            </p:txEl>
                                          </p:spTgt>
                                        </p:tgtEl>
                                        <p:attrNameLst>
                                          <p:attrName>ppt_h</p:attrName>
                                        </p:attrNameLst>
                                      </p:cBhvr>
                                      <p:tavLst>
                                        <p:tav tm="0">
                                          <p:val>
                                            <p:fltVal val="0"/>
                                          </p:val>
                                        </p:tav>
                                        <p:tav tm="100000">
                                          <p:val>
                                            <p:strVal val="#ppt_h"/>
                                          </p:val>
                                        </p:tav>
                                      </p:tavLst>
                                    </p:anim>
                                    <p:animEffect transition="in" filter="fade">
                                      <p:cBhvr>
                                        <p:cTn id="21" dur="1000"/>
                                        <p:tgtEl>
                                          <p:spTgt spid="39939">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9939">
                                            <p:txEl>
                                              <p:pRg st="1" end="1"/>
                                            </p:txEl>
                                          </p:spTgt>
                                        </p:tgtEl>
                                        <p:attrNameLst>
                                          <p:attrName>style.visibility</p:attrName>
                                        </p:attrNameLst>
                                      </p:cBhvr>
                                      <p:to>
                                        <p:strVal val="visible"/>
                                      </p:to>
                                    </p:set>
                                    <p:anim calcmode="lin" valueType="num">
                                      <p:cBhvr>
                                        <p:cTn id="26" dur="1000" fill="hold"/>
                                        <p:tgtEl>
                                          <p:spTgt spid="39939">
                                            <p:txEl>
                                              <p:pRg st="1" end="1"/>
                                            </p:txEl>
                                          </p:spTgt>
                                        </p:tgtEl>
                                        <p:attrNameLst>
                                          <p:attrName>ppt_w</p:attrName>
                                        </p:attrNameLst>
                                      </p:cBhvr>
                                      <p:tavLst>
                                        <p:tav tm="0">
                                          <p:val>
                                            <p:fltVal val="0"/>
                                          </p:val>
                                        </p:tav>
                                        <p:tav tm="100000">
                                          <p:val>
                                            <p:strVal val="#ppt_w"/>
                                          </p:val>
                                        </p:tav>
                                      </p:tavLst>
                                    </p:anim>
                                    <p:anim calcmode="lin" valueType="num">
                                      <p:cBhvr>
                                        <p:cTn id="27" dur="1000" fill="hold"/>
                                        <p:tgtEl>
                                          <p:spTgt spid="39939">
                                            <p:txEl>
                                              <p:pRg st="1" end="1"/>
                                            </p:txEl>
                                          </p:spTgt>
                                        </p:tgtEl>
                                        <p:attrNameLst>
                                          <p:attrName>ppt_h</p:attrName>
                                        </p:attrNameLst>
                                      </p:cBhvr>
                                      <p:tavLst>
                                        <p:tav tm="0">
                                          <p:val>
                                            <p:fltVal val="0"/>
                                          </p:val>
                                        </p:tav>
                                        <p:tav tm="100000">
                                          <p:val>
                                            <p:strVal val="#ppt_h"/>
                                          </p:val>
                                        </p:tav>
                                      </p:tavLst>
                                    </p:anim>
                                    <p:animEffect transition="in" filter="fade">
                                      <p:cBhvr>
                                        <p:cTn id="28" dur="1000"/>
                                        <p:tgtEl>
                                          <p:spTgt spid="39939">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9939">
                                            <p:txEl>
                                              <p:pRg st="2" end="2"/>
                                            </p:txEl>
                                          </p:spTgt>
                                        </p:tgtEl>
                                        <p:attrNameLst>
                                          <p:attrName>style.visibility</p:attrName>
                                        </p:attrNameLst>
                                      </p:cBhvr>
                                      <p:to>
                                        <p:strVal val="visible"/>
                                      </p:to>
                                    </p:set>
                                    <p:anim calcmode="lin" valueType="num">
                                      <p:cBhvr>
                                        <p:cTn id="33" dur="1000" fill="hold"/>
                                        <p:tgtEl>
                                          <p:spTgt spid="39939">
                                            <p:txEl>
                                              <p:pRg st="2" end="2"/>
                                            </p:txEl>
                                          </p:spTgt>
                                        </p:tgtEl>
                                        <p:attrNameLst>
                                          <p:attrName>ppt_w</p:attrName>
                                        </p:attrNameLst>
                                      </p:cBhvr>
                                      <p:tavLst>
                                        <p:tav tm="0">
                                          <p:val>
                                            <p:fltVal val="0"/>
                                          </p:val>
                                        </p:tav>
                                        <p:tav tm="100000">
                                          <p:val>
                                            <p:strVal val="#ppt_w"/>
                                          </p:val>
                                        </p:tav>
                                      </p:tavLst>
                                    </p:anim>
                                    <p:anim calcmode="lin" valueType="num">
                                      <p:cBhvr>
                                        <p:cTn id="34" dur="1000" fill="hold"/>
                                        <p:tgtEl>
                                          <p:spTgt spid="39939">
                                            <p:txEl>
                                              <p:pRg st="2" end="2"/>
                                            </p:txEl>
                                          </p:spTgt>
                                        </p:tgtEl>
                                        <p:attrNameLst>
                                          <p:attrName>ppt_h</p:attrName>
                                        </p:attrNameLst>
                                      </p:cBhvr>
                                      <p:tavLst>
                                        <p:tav tm="0">
                                          <p:val>
                                            <p:fltVal val="0"/>
                                          </p:val>
                                        </p:tav>
                                        <p:tav tm="100000">
                                          <p:val>
                                            <p:strVal val="#ppt_h"/>
                                          </p:val>
                                        </p:tav>
                                      </p:tavLst>
                                    </p:anim>
                                    <p:animEffect transition="in" filter="fade">
                                      <p:cBhvr>
                                        <p:cTn id="35" dur="1000"/>
                                        <p:tgtEl>
                                          <p:spTgt spid="399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3993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Pontiac-Solstice-013">
            <a:extLst>
              <a:ext uri="{FF2B5EF4-FFF2-40B4-BE49-F238E27FC236}">
                <a16:creationId xmlns:a16="http://schemas.microsoft.com/office/drawing/2014/main" id="{E0D3BE6D-2B3B-9A03-E12C-789B0C7352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990600"/>
            <a:ext cx="10850563" cy="813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Rectangle 4">
            <a:extLst>
              <a:ext uri="{FF2B5EF4-FFF2-40B4-BE49-F238E27FC236}">
                <a16:creationId xmlns:a16="http://schemas.microsoft.com/office/drawing/2014/main" id="{8BB397DD-49F2-94B0-2DFE-9F4F4A9C8C62}"/>
              </a:ext>
            </a:extLst>
          </p:cNvPr>
          <p:cNvSpPr>
            <a:spLocks noGrp="1" noChangeArrowheads="1"/>
          </p:cNvSpPr>
          <p:nvPr>
            <p:ph type="body" idx="1"/>
          </p:nvPr>
        </p:nvSpPr>
        <p:spPr>
          <a:xfrm>
            <a:off x="152400" y="381000"/>
            <a:ext cx="9144000" cy="2209800"/>
          </a:xfrm>
        </p:spPr>
        <p:txBody>
          <a:bodyPr/>
          <a:lstStyle/>
          <a:p>
            <a:pPr marL="0" indent="0" algn="ctr" eaLnBrk="1" hangingPunct="1">
              <a:buFontTx/>
              <a:buNone/>
            </a:pPr>
            <a:r>
              <a:rPr lang="en-US" altLang="en-US" sz="4400">
                <a:solidFill>
                  <a:schemeClr val="bg1"/>
                </a:solidFill>
                <a:latin typeface="Berlin Sans FB Demi" panose="020E0602020502020306" pitchFamily="34" charset="77"/>
              </a:rPr>
              <a:t>Identify other energy transformations that you can observe in a car.  </a:t>
            </a:r>
          </a:p>
        </p:txBody>
      </p:sp>
      <p:pic>
        <p:nvPicPr>
          <p:cNvPr id="179205" name="Andy Hui, Kelly Chan - Generate Electricity Myself.mp3">
            <a:hlinkClick r:id="" action="ppaction://media"/>
            <a:extLst>
              <a:ext uri="{FF2B5EF4-FFF2-40B4-BE49-F238E27FC236}">
                <a16:creationId xmlns:a16="http://schemas.microsoft.com/office/drawing/2014/main" id="{B4399745-1601-E4E3-9BBF-912B7283C985}"/>
              </a:ext>
            </a:extLst>
          </p:cNvPr>
          <p:cNvPicPr>
            <a:picLocks noRot="1" noChangeAspect="1" noChangeArrowheads="1"/>
          </p:cNvPicPr>
          <p:nvPr>
            <a:audi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152400" y="-304800"/>
            <a:ext cx="152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203904" fill="hold"/>
                                        <p:tgtEl>
                                          <p:spTgt spid="17920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17920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80226" name="Picture 2" descr="85R589">
            <a:extLst>
              <a:ext uri="{FF2B5EF4-FFF2-40B4-BE49-F238E27FC236}">
                <a16:creationId xmlns:a16="http://schemas.microsoft.com/office/drawing/2014/main" id="{7996A19F-18AC-A1EC-E489-B7E8A1F07A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0" y="228600"/>
            <a:ext cx="32766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3">
            <a:extLst>
              <a:ext uri="{FF2B5EF4-FFF2-40B4-BE49-F238E27FC236}">
                <a16:creationId xmlns:a16="http://schemas.microsoft.com/office/drawing/2014/main" id="{056651AA-8805-A802-D140-BFF8F07417FE}"/>
              </a:ext>
            </a:extLst>
          </p:cNvPr>
          <p:cNvSpPr>
            <a:spLocks noGrp="1" noChangeArrowheads="1"/>
          </p:cNvSpPr>
          <p:nvPr>
            <p:ph type="title"/>
          </p:nvPr>
        </p:nvSpPr>
        <p:spPr/>
        <p:txBody>
          <a:bodyPr/>
          <a:lstStyle/>
          <a:p>
            <a:pPr eaLnBrk="1" hangingPunct="1"/>
            <a:r>
              <a:rPr lang="en-US" altLang="en-US"/>
              <a:t>Energy Transfer</a:t>
            </a:r>
          </a:p>
        </p:txBody>
      </p:sp>
      <p:pic>
        <p:nvPicPr>
          <p:cNvPr id="180228" name="Picture 4" descr="Car headlights BBC">
            <a:extLst>
              <a:ext uri="{FF2B5EF4-FFF2-40B4-BE49-F238E27FC236}">
                <a16:creationId xmlns:a16="http://schemas.microsoft.com/office/drawing/2014/main" id="{3F24BD7B-3D6F-7866-46A2-0A3809E4A68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0" y="5029200"/>
            <a:ext cx="2133600"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29" name="Picture 5" descr="spnorm">
            <a:hlinkClick r:id="rId10"/>
            <a:extLst>
              <a:ext uri="{FF2B5EF4-FFF2-40B4-BE49-F238E27FC236}">
                <a16:creationId xmlns:a16="http://schemas.microsoft.com/office/drawing/2014/main" id="{BD2B31B1-CFF7-E929-5AF4-EB012E722A3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7600" y="3048000"/>
            <a:ext cx="12573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6" descr="car-battery">
            <a:extLst>
              <a:ext uri="{FF2B5EF4-FFF2-40B4-BE49-F238E27FC236}">
                <a16:creationId xmlns:a16="http://schemas.microsoft.com/office/drawing/2014/main" id="{C80E9A46-E2E2-2E16-4AC7-6ED5F2AE61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600" y="2667000"/>
            <a:ext cx="1724025"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31" name="Picture 7" descr="Car%20animation">
            <a:extLst>
              <a:ext uri="{FF2B5EF4-FFF2-40B4-BE49-F238E27FC236}">
                <a16:creationId xmlns:a16="http://schemas.microsoft.com/office/drawing/2014/main" id="{F9C45AB2-2E8F-AB70-3805-41AA3EBF8156}"/>
              </a:ext>
            </a:extLst>
          </p:cNvPr>
          <p:cNvPicPr>
            <a:picLocks noChangeAspect="1" noChangeArrowheads="1" noCrop="1"/>
          </p:cNvPicPr>
          <p:nvPr/>
        </p:nvPicPr>
        <p:blipFill>
          <a:blip r:embed="rId13">
            <a:extLst>
              <a:ext uri="{28A0092B-C50C-407E-A947-70E740481C1C}">
                <a14:useLocalDpi xmlns:a14="http://schemas.microsoft.com/office/drawing/2010/main" val="0"/>
              </a:ext>
            </a:extLst>
          </a:blip>
          <a:srcRect/>
          <a:stretch>
            <a:fillRect/>
          </a:stretch>
        </p:blipFill>
        <p:spPr bwMode="auto">
          <a:xfrm>
            <a:off x="5524500" y="2667000"/>
            <a:ext cx="3619500" cy="220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32" name="Text Box 8">
            <a:extLst>
              <a:ext uri="{FF2B5EF4-FFF2-40B4-BE49-F238E27FC236}">
                <a16:creationId xmlns:a16="http://schemas.microsoft.com/office/drawing/2014/main" id="{3BCDAAC0-2331-9C56-B344-A58117FD9920}"/>
              </a:ext>
            </a:extLst>
          </p:cNvPr>
          <p:cNvSpPr txBox="1">
            <a:spLocks noChangeArrowheads="1"/>
          </p:cNvSpPr>
          <p:nvPr/>
        </p:nvSpPr>
        <p:spPr bwMode="auto">
          <a:xfrm>
            <a:off x="288925" y="4230688"/>
            <a:ext cx="1539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cs typeface="Arial" panose="020B0604020202020204" pitchFamily="34" charset="0"/>
              </a:rPr>
              <a:t>Chemical</a:t>
            </a:r>
          </a:p>
        </p:txBody>
      </p:sp>
      <p:sp>
        <p:nvSpPr>
          <p:cNvPr id="180233" name="Text Box 9">
            <a:extLst>
              <a:ext uri="{FF2B5EF4-FFF2-40B4-BE49-F238E27FC236}">
                <a16:creationId xmlns:a16="http://schemas.microsoft.com/office/drawing/2014/main" id="{C97C515D-C983-C58A-8CCD-6128AB4487B4}"/>
              </a:ext>
            </a:extLst>
          </p:cNvPr>
          <p:cNvSpPr txBox="1">
            <a:spLocks noChangeArrowheads="1"/>
          </p:cNvSpPr>
          <p:nvPr/>
        </p:nvSpPr>
        <p:spPr bwMode="auto">
          <a:xfrm>
            <a:off x="1965325" y="3087688"/>
            <a:ext cx="1539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cs typeface="Arial" panose="020B0604020202020204" pitchFamily="34" charset="0"/>
              </a:rPr>
              <a:t>Electrical</a:t>
            </a:r>
          </a:p>
        </p:txBody>
      </p:sp>
      <p:sp>
        <p:nvSpPr>
          <p:cNvPr id="180234" name="Rectangle 10">
            <a:extLst>
              <a:ext uri="{FF2B5EF4-FFF2-40B4-BE49-F238E27FC236}">
                <a16:creationId xmlns:a16="http://schemas.microsoft.com/office/drawing/2014/main" id="{563E2444-8F61-63B7-7710-D94805CEFC80}"/>
              </a:ext>
            </a:extLst>
          </p:cNvPr>
          <p:cNvSpPr>
            <a:spLocks noChangeArrowheads="1"/>
          </p:cNvSpPr>
          <p:nvPr/>
        </p:nvSpPr>
        <p:spPr bwMode="auto">
          <a:xfrm rot="-1498140">
            <a:off x="1066800" y="1981200"/>
            <a:ext cx="1539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cs typeface="Arial" panose="020B0604020202020204" pitchFamily="34" charset="0"/>
              </a:rPr>
              <a:t>Electrical</a:t>
            </a:r>
          </a:p>
        </p:txBody>
      </p:sp>
      <p:sp>
        <p:nvSpPr>
          <p:cNvPr id="180235" name="Rectangle 11">
            <a:extLst>
              <a:ext uri="{FF2B5EF4-FFF2-40B4-BE49-F238E27FC236}">
                <a16:creationId xmlns:a16="http://schemas.microsoft.com/office/drawing/2014/main" id="{0939E2CC-6058-AD9B-3EBE-B81D0DEEC960}"/>
              </a:ext>
            </a:extLst>
          </p:cNvPr>
          <p:cNvSpPr>
            <a:spLocks noChangeArrowheads="1"/>
          </p:cNvSpPr>
          <p:nvPr/>
        </p:nvSpPr>
        <p:spPr bwMode="auto">
          <a:xfrm rot="1882380">
            <a:off x="1524000" y="4879975"/>
            <a:ext cx="1539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cs typeface="Arial" panose="020B0604020202020204" pitchFamily="34" charset="0"/>
              </a:rPr>
              <a:t>Electrical</a:t>
            </a:r>
          </a:p>
        </p:txBody>
      </p:sp>
      <p:sp>
        <p:nvSpPr>
          <p:cNvPr id="180236" name="Text Box 12">
            <a:extLst>
              <a:ext uri="{FF2B5EF4-FFF2-40B4-BE49-F238E27FC236}">
                <a16:creationId xmlns:a16="http://schemas.microsoft.com/office/drawing/2014/main" id="{FC0A36F2-9A68-7D49-B1EC-7CF11603EBA8}"/>
              </a:ext>
            </a:extLst>
          </p:cNvPr>
          <p:cNvSpPr txBox="1">
            <a:spLocks noChangeArrowheads="1"/>
          </p:cNvSpPr>
          <p:nvPr/>
        </p:nvSpPr>
        <p:spPr bwMode="auto">
          <a:xfrm>
            <a:off x="6080125" y="1182688"/>
            <a:ext cx="20478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cs typeface="Arial" panose="020B0604020202020204" pitchFamily="34" charset="0"/>
              </a:rPr>
              <a:t>Sound</a:t>
            </a:r>
          </a:p>
          <a:p>
            <a:pPr eaLnBrk="1" hangingPunct="1"/>
            <a:r>
              <a:rPr lang="en-US" altLang="en-US" sz="2400" b="1">
                <a:cs typeface="Arial" panose="020B0604020202020204" pitchFamily="34" charset="0"/>
              </a:rPr>
              <a:t>(mechanical)</a:t>
            </a:r>
          </a:p>
        </p:txBody>
      </p:sp>
      <p:sp>
        <p:nvSpPr>
          <p:cNvPr id="180237" name="Text Box 13">
            <a:extLst>
              <a:ext uri="{FF2B5EF4-FFF2-40B4-BE49-F238E27FC236}">
                <a16:creationId xmlns:a16="http://schemas.microsoft.com/office/drawing/2014/main" id="{78D442EE-8F2E-4FF8-2DD6-BBAB8BD646FA}"/>
              </a:ext>
            </a:extLst>
          </p:cNvPr>
          <p:cNvSpPr txBox="1">
            <a:spLocks noChangeArrowheads="1"/>
          </p:cNvSpPr>
          <p:nvPr/>
        </p:nvSpPr>
        <p:spPr bwMode="auto">
          <a:xfrm>
            <a:off x="5394325" y="5373688"/>
            <a:ext cx="27590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cs typeface="Arial" panose="020B0604020202020204" pitchFamily="34" charset="0"/>
              </a:rPr>
              <a:t>Light</a:t>
            </a:r>
          </a:p>
          <a:p>
            <a:pPr eaLnBrk="1" hangingPunct="1"/>
            <a:r>
              <a:rPr lang="en-US" altLang="en-US" sz="2400" b="1">
                <a:cs typeface="Arial" panose="020B0604020202020204" pitchFamily="34" charset="0"/>
              </a:rPr>
              <a:t>(Electromagnetic)</a:t>
            </a:r>
          </a:p>
        </p:txBody>
      </p:sp>
      <p:sp>
        <p:nvSpPr>
          <p:cNvPr id="180238" name="Text Box 14">
            <a:extLst>
              <a:ext uri="{FF2B5EF4-FFF2-40B4-BE49-F238E27FC236}">
                <a16:creationId xmlns:a16="http://schemas.microsoft.com/office/drawing/2014/main" id="{BB72CBBF-D9DD-6146-E98B-E2B81B3677BB}"/>
              </a:ext>
            </a:extLst>
          </p:cNvPr>
          <p:cNvSpPr txBox="1">
            <a:spLocks noChangeArrowheads="1"/>
          </p:cNvSpPr>
          <p:nvPr/>
        </p:nvSpPr>
        <p:spPr bwMode="auto">
          <a:xfrm>
            <a:off x="3641725" y="2554288"/>
            <a:ext cx="1370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cs typeface="Arial" panose="020B0604020202020204" pitchFamily="34" charset="0"/>
              </a:rPr>
              <a:t>Thermal</a:t>
            </a:r>
          </a:p>
        </p:txBody>
      </p:sp>
      <p:sp>
        <p:nvSpPr>
          <p:cNvPr id="180239" name="Text Box 15">
            <a:extLst>
              <a:ext uri="{FF2B5EF4-FFF2-40B4-BE49-F238E27FC236}">
                <a16:creationId xmlns:a16="http://schemas.microsoft.com/office/drawing/2014/main" id="{75B36141-3B31-8D5E-B3C9-1C3471988F1C}"/>
              </a:ext>
            </a:extLst>
          </p:cNvPr>
          <p:cNvSpPr txBox="1">
            <a:spLocks noChangeArrowheads="1"/>
          </p:cNvSpPr>
          <p:nvPr/>
        </p:nvSpPr>
        <p:spPr bwMode="auto">
          <a:xfrm>
            <a:off x="5029200" y="2819400"/>
            <a:ext cx="1827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cs typeface="Arial" panose="020B0604020202020204" pitchFamily="34" charset="0"/>
              </a:rPr>
              <a:t>Mechanical</a:t>
            </a:r>
          </a:p>
        </p:txBody>
      </p:sp>
      <p:sp>
        <p:nvSpPr>
          <p:cNvPr id="42000" name="Line 16">
            <a:extLst>
              <a:ext uri="{FF2B5EF4-FFF2-40B4-BE49-F238E27FC236}">
                <a16:creationId xmlns:a16="http://schemas.microsoft.com/office/drawing/2014/main" id="{3A1B5F7F-2235-47DE-5355-4F22B590BEF5}"/>
              </a:ext>
            </a:extLst>
          </p:cNvPr>
          <p:cNvSpPr>
            <a:spLocks noChangeShapeType="1"/>
          </p:cNvSpPr>
          <p:nvPr/>
        </p:nvSpPr>
        <p:spPr bwMode="auto">
          <a:xfrm flipV="1">
            <a:off x="1600200" y="2209800"/>
            <a:ext cx="10668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01" name="Line 17">
            <a:extLst>
              <a:ext uri="{FF2B5EF4-FFF2-40B4-BE49-F238E27FC236}">
                <a16:creationId xmlns:a16="http://schemas.microsoft.com/office/drawing/2014/main" id="{6DD6D8A3-8284-9A16-0F31-0E61A00C9CFA}"/>
              </a:ext>
            </a:extLst>
          </p:cNvPr>
          <p:cNvSpPr>
            <a:spLocks noChangeShapeType="1"/>
          </p:cNvSpPr>
          <p:nvPr/>
        </p:nvSpPr>
        <p:spPr bwMode="auto">
          <a:xfrm>
            <a:off x="1828800" y="3581400"/>
            <a:ext cx="1752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02" name="Line 18">
            <a:extLst>
              <a:ext uri="{FF2B5EF4-FFF2-40B4-BE49-F238E27FC236}">
                <a16:creationId xmlns:a16="http://schemas.microsoft.com/office/drawing/2014/main" id="{3B5DEBDE-B7C6-54EA-DF8C-E6D589F49296}"/>
              </a:ext>
            </a:extLst>
          </p:cNvPr>
          <p:cNvSpPr>
            <a:spLocks noChangeShapeType="1"/>
          </p:cNvSpPr>
          <p:nvPr/>
        </p:nvSpPr>
        <p:spPr bwMode="auto">
          <a:xfrm>
            <a:off x="1752600" y="4114800"/>
            <a:ext cx="114300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03" name="Line 19">
            <a:extLst>
              <a:ext uri="{FF2B5EF4-FFF2-40B4-BE49-F238E27FC236}">
                <a16:creationId xmlns:a16="http://schemas.microsoft.com/office/drawing/2014/main" id="{3011A762-3E4F-D903-7016-B325B1F66351}"/>
              </a:ext>
            </a:extLst>
          </p:cNvPr>
          <p:cNvSpPr>
            <a:spLocks noChangeShapeType="1"/>
          </p:cNvSpPr>
          <p:nvPr/>
        </p:nvSpPr>
        <p:spPr bwMode="auto">
          <a:xfrm>
            <a:off x="5791200" y="2057400"/>
            <a:ext cx="1905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04" name="Line 20">
            <a:extLst>
              <a:ext uri="{FF2B5EF4-FFF2-40B4-BE49-F238E27FC236}">
                <a16:creationId xmlns:a16="http://schemas.microsoft.com/office/drawing/2014/main" id="{5653833E-69B2-FBF0-1F78-73BC675B4406}"/>
              </a:ext>
            </a:extLst>
          </p:cNvPr>
          <p:cNvSpPr>
            <a:spLocks noChangeShapeType="1"/>
          </p:cNvSpPr>
          <p:nvPr/>
        </p:nvSpPr>
        <p:spPr bwMode="auto">
          <a:xfrm>
            <a:off x="5257800" y="6248400"/>
            <a:ext cx="2209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05" name="Line 21">
            <a:extLst>
              <a:ext uri="{FF2B5EF4-FFF2-40B4-BE49-F238E27FC236}">
                <a16:creationId xmlns:a16="http://schemas.microsoft.com/office/drawing/2014/main" id="{433DE1C8-59B5-944E-FC6D-EF38D9A32CDA}"/>
              </a:ext>
            </a:extLst>
          </p:cNvPr>
          <p:cNvSpPr>
            <a:spLocks noChangeShapeType="1"/>
          </p:cNvSpPr>
          <p:nvPr/>
        </p:nvSpPr>
        <p:spPr bwMode="auto">
          <a:xfrm>
            <a:off x="4953000" y="3276600"/>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80246" name="cars2167.wav">
            <a:hlinkClick r:id="" action="ppaction://media"/>
            <a:extLst>
              <a:ext uri="{FF2B5EF4-FFF2-40B4-BE49-F238E27FC236}">
                <a16:creationId xmlns:a16="http://schemas.microsoft.com/office/drawing/2014/main" id="{F18A23AA-96A3-E1D0-FF89-68CC86AFC2F0}"/>
              </a:ext>
            </a:extLst>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14">
            <a:extLst>
              <a:ext uri="{28A0092B-C50C-407E-A947-70E740481C1C}">
                <a14:useLocalDpi xmlns:a14="http://schemas.microsoft.com/office/drawing/2010/main" val="0"/>
              </a:ext>
            </a:extLst>
          </a:blip>
          <a:srcRect/>
          <a:stretch>
            <a:fillRect/>
          </a:stretch>
        </p:blipFill>
        <p:spPr bwMode="auto">
          <a:xfrm>
            <a:off x="-304800" y="6553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47" name="adju2167.wav">
            <a:hlinkClick r:id="" action="ppaction://media"/>
            <a:extLst>
              <a:ext uri="{FF2B5EF4-FFF2-40B4-BE49-F238E27FC236}">
                <a16:creationId xmlns:a16="http://schemas.microsoft.com/office/drawing/2014/main" id="{D31AB3AE-A55F-B85A-0766-85B5747C1806}"/>
              </a:ext>
            </a:extLst>
          </p:cNvPr>
          <p:cNvPicPr>
            <a:picLocks noRot="1" noChangeAspect="1" noChangeArrowheads="1"/>
          </p:cNvPicPr>
          <p:nvPr>
            <a:audioFile r:link="rId4"/>
            <p:extLst>
              <p:ext uri="{DAA4B4D4-6D71-4841-9C94-3DE7FCFB9230}">
                <p14:media xmlns:p14="http://schemas.microsoft.com/office/powerpoint/2010/main" r:embed="rId3"/>
              </p:ext>
            </p:extLst>
          </p:nvPr>
        </p:nvPicPr>
        <p:blipFill>
          <a:blip r:embed="rId14">
            <a:extLst>
              <a:ext uri="{28A0092B-C50C-407E-A947-70E740481C1C}">
                <a14:useLocalDpi xmlns:a14="http://schemas.microsoft.com/office/drawing/2010/main" val="0"/>
              </a:ext>
            </a:extLst>
          </a:blip>
          <a:srcRect/>
          <a:stretch>
            <a:fillRect/>
          </a:stretch>
        </p:blipFill>
        <p:spPr bwMode="auto">
          <a:xfrm>
            <a:off x="-609600" y="5943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48" name="cars007.wav">
            <a:hlinkClick r:id="" action="ppaction://media"/>
            <a:extLst>
              <a:ext uri="{FF2B5EF4-FFF2-40B4-BE49-F238E27FC236}">
                <a16:creationId xmlns:a16="http://schemas.microsoft.com/office/drawing/2014/main" id="{F825611A-9D07-634D-3409-3CFD25E2DAEE}"/>
              </a:ext>
            </a:extLst>
          </p:cNvPr>
          <p:cNvPicPr>
            <a:picLocks noRot="1" noChangeAspect="1" noChangeArrowheads="1"/>
          </p:cNvPicPr>
          <p:nvPr>
            <a:audioFile r:link="rId6"/>
            <p:extLst>
              <p:ext uri="{DAA4B4D4-6D71-4841-9C94-3DE7FCFB9230}">
                <p14:media xmlns:p14="http://schemas.microsoft.com/office/powerpoint/2010/main" r:link="rId5"/>
              </p:ext>
            </p:extLst>
          </p:nvPr>
        </p:nvPicPr>
        <p:blipFill>
          <a:blip r:embed="rId14">
            <a:extLst>
              <a:ext uri="{28A0092B-C50C-407E-A947-70E740481C1C}">
                <a14:useLocalDpi xmlns:a14="http://schemas.microsoft.com/office/drawing/2010/main" val="0"/>
              </a:ext>
            </a:extLst>
          </a:blip>
          <a:srcRect/>
          <a:stretch>
            <a:fillRect/>
          </a:stretch>
        </p:blipFill>
        <p:spPr bwMode="auto">
          <a:xfrm>
            <a:off x="-533400" y="5257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0232"/>
                                        </p:tgtEl>
                                        <p:attrNameLst>
                                          <p:attrName>style.visibility</p:attrName>
                                        </p:attrNameLst>
                                      </p:cBhvr>
                                      <p:to>
                                        <p:strVal val="visible"/>
                                      </p:to>
                                    </p:set>
                                    <p:animEffect transition="in" filter="fade">
                                      <p:cBhvr>
                                        <p:cTn id="7" dur="2000"/>
                                        <p:tgtEl>
                                          <p:spTgt spid="1802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0234"/>
                                        </p:tgtEl>
                                        <p:attrNameLst>
                                          <p:attrName>style.visibility</p:attrName>
                                        </p:attrNameLst>
                                      </p:cBhvr>
                                      <p:to>
                                        <p:strVal val="visible"/>
                                      </p:to>
                                    </p:set>
                                    <p:animEffect transition="in" filter="fade">
                                      <p:cBhvr>
                                        <p:cTn id="12" dur="2000"/>
                                        <p:tgtEl>
                                          <p:spTgt spid="1802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0233"/>
                                        </p:tgtEl>
                                        <p:attrNameLst>
                                          <p:attrName>style.visibility</p:attrName>
                                        </p:attrNameLst>
                                      </p:cBhvr>
                                      <p:to>
                                        <p:strVal val="visible"/>
                                      </p:to>
                                    </p:set>
                                    <p:animEffect transition="in" filter="fade">
                                      <p:cBhvr>
                                        <p:cTn id="15" dur="2000"/>
                                        <p:tgtEl>
                                          <p:spTgt spid="18023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0235"/>
                                        </p:tgtEl>
                                        <p:attrNameLst>
                                          <p:attrName>style.visibility</p:attrName>
                                        </p:attrNameLst>
                                      </p:cBhvr>
                                      <p:to>
                                        <p:strVal val="visible"/>
                                      </p:to>
                                    </p:set>
                                    <p:animEffect transition="in" filter="fade">
                                      <p:cBhvr>
                                        <p:cTn id="18" dur="2000"/>
                                        <p:tgtEl>
                                          <p:spTgt spid="18023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80229"/>
                                        </p:tgtEl>
                                        <p:attrNameLst>
                                          <p:attrName>style.visibility</p:attrName>
                                        </p:attrNameLst>
                                      </p:cBhvr>
                                      <p:to>
                                        <p:strVal val="visible"/>
                                      </p:to>
                                    </p:set>
                                    <p:anim calcmode="lin" valueType="num">
                                      <p:cBhvr additive="base">
                                        <p:cTn id="23" dur="500" fill="hold"/>
                                        <p:tgtEl>
                                          <p:spTgt spid="180229"/>
                                        </p:tgtEl>
                                        <p:attrNameLst>
                                          <p:attrName>ppt_x</p:attrName>
                                        </p:attrNameLst>
                                      </p:cBhvr>
                                      <p:tavLst>
                                        <p:tav tm="0">
                                          <p:val>
                                            <p:strVal val="#ppt_x"/>
                                          </p:val>
                                        </p:tav>
                                        <p:tav tm="100000">
                                          <p:val>
                                            <p:strVal val="#ppt_x"/>
                                          </p:val>
                                        </p:tav>
                                      </p:tavLst>
                                    </p:anim>
                                    <p:anim calcmode="lin" valueType="num">
                                      <p:cBhvr additive="base">
                                        <p:cTn id="24" dur="500" fill="hold"/>
                                        <p:tgtEl>
                                          <p:spTgt spid="180229"/>
                                        </p:tgtEl>
                                        <p:attrNameLst>
                                          <p:attrName>ppt_y</p:attrName>
                                        </p:attrNameLst>
                                      </p:cBhvr>
                                      <p:tavLst>
                                        <p:tav tm="0">
                                          <p:val>
                                            <p:strVal val="1+#ppt_h/2"/>
                                          </p:val>
                                        </p:tav>
                                        <p:tav tm="100000">
                                          <p:val>
                                            <p:strVal val="#ppt_y"/>
                                          </p:val>
                                        </p:tav>
                                      </p:tavLst>
                                    </p:anim>
                                  </p:childTnLst>
                                </p:cTn>
                              </p:par>
                              <p:par>
                                <p:cTn id="25" presetID="1" presetClass="mediacall" presetSubtype="0" fill="hold" nodeType="withEffect">
                                  <p:stCondLst>
                                    <p:cond delay="0"/>
                                  </p:stCondLst>
                                  <p:childTnLst>
                                    <p:cmd type="call" cmd="playFrom(0.0)">
                                      <p:cBhvr>
                                        <p:cTn id="26" dur="5437" fill="hold"/>
                                        <p:tgtEl>
                                          <p:spTgt spid="180246"/>
                                        </p:tgtEl>
                                      </p:cBhvr>
                                    </p:cmd>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180238">
                                            <p:txEl>
                                              <p:pRg st="0" end="0"/>
                                            </p:txEl>
                                          </p:spTgt>
                                        </p:tgtEl>
                                        <p:attrNameLst>
                                          <p:attrName>style.visibility</p:attrName>
                                        </p:attrNameLst>
                                      </p:cBhvr>
                                      <p:to>
                                        <p:strVal val="visible"/>
                                      </p:to>
                                    </p:set>
                                    <p:animEffect transition="in" filter="fade">
                                      <p:cBhvr>
                                        <p:cTn id="31" dur="2000"/>
                                        <p:tgtEl>
                                          <p:spTgt spid="180238">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180226"/>
                                        </p:tgtEl>
                                        <p:attrNameLst>
                                          <p:attrName>style.visibility</p:attrName>
                                        </p:attrNameLst>
                                      </p:cBhvr>
                                      <p:to>
                                        <p:strVal val="visible"/>
                                      </p:to>
                                    </p:set>
                                    <p:anim calcmode="lin" valueType="num">
                                      <p:cBhvr additive="base">
                                        <p:cTn id="36" dur="500" fill="hold"/>
                                        <p:tgtEl>
                                          <p:spTgt spid="180226"/>
                                        </p:tgtEl>
                                        <p:attrNameLst>
                                          <p:attrName>ppt_x</p:attrName>
                                        </p:attrNameLst>
                                      </p:cBhvr>
                                      <p:tavLst>
                                        <p:tav tm="0">
                                          <p:val>
                                            <p:strVal val="#ppt_x"/>
                                          </p:val>
                                        </p:tav>
                                        <p:tav tm="100000">
                                          <p:val>
                                            <p:strVal val="#ppt_x"/>
                                          </p:val>
                                        </p:tav>
                                      </p:tavLst>
                                    </p:anim>
                                    <p:anim calcmode="lin" valueType="num">
                                      <p:cBhvr additive="base">
                                        <p:cTn id="37" dur="500" fill="hold"/>
                                        <p:tgtEl>
                                          <p:spTgt spid="180226"/>
                                        </p:tgtEl>
                                        <p:attrNameLst>
                                          <p:attrName>ppt_y</p:attrName>
                                        </p:attrNameLst>
                                      </p:cBhvr>
                                      <p:tavLst>
                                        <p:tav tm="0">
                                          <p:val>
                                            <p:strVal val="1+#ppt_h/2"/>
                                          </p:val>
                                        </p:tav>
                                        <p:tav tm="100000">
                                          <p:val>
                                            <p:strVal val="#ppt_y"/>
                                          </p:val>
                                        </p:tav>
                                      </p:tavLst>
                                    </p:anim>
                                  </p:childTnLst>
                                </p:cTn>
                              </p:par>
                              <p:par>
                                <p:cTn id="38" presetID="1" presetClass="mediacall" presetSubtype="0" fill="hold" nodeType="withEffect">
                                  <p:stCondLst>
                                    <p:cond delay="0"/>
                                  </p:stCondLst>
                                  <p:childTnLst>
                                    <p:cmd type="call" cmd="playFrom(0.0)">
                                      <p:cBhvr>
                                        <p:cTn id="39" dur="5256" fill="hold"/>
                                        <p:tgtEl>
                                          <p:spTgt spid="180247"/>
                                        </p:tgtEl>
                                      </p:cBhvr>
                                    </p:cmd>
                                  </p:child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80236"/>
                                        </p:tgtEl>
                                        <p:attrNameLst>
                                          <p:attrName>style.visibility</p:attrName>
                                        </p:attrNameLst>
                                      </p:cBhvr>
                                      <p:to>
                                        <p:strVal val="visible"/>
                                      </p:to>
                                    </p:set>
                                    <p:animEffect transition="in" filter="fade">
                                      <p:cBhvr>
                                        <p:cTn id="44" dur="2000"/>
                                        <p:tgtEl>
                                          <p:spTgt spid="18023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80228"/>
                                        </p:tgtEl>
                                        <p:attrNameLst>
                                          <p:attrName>style.visibility</p:attrName>
                                        </p:attrNameLst>
                                      </p:cBhvr>
                                      <p:to>
                                        <p:strVal val="visible"/>
                                      </p:to>
                                    </p:set>
                                    <p:anim calcmode="lin" valueType="num">
                                      <p:cBhvr additive="base">
                                        <p:cTn id="49" dur="500" fill="hold"/>
                                        <p:tgtEl>
                                          <p:spTgt spid="180228"/>
                                        </p:tgtEl>
                                        <p:attrNameLst>
                                          <p:attrName>ppt_x</p:attrName>
                                        </p:attrNameLst>
                                      </p:cBhvr>
                                      <p:tavLst>
                                        <p:tav tm="0">
                                          <p:val>
                                            <p:strVal val="#ppt_x"/>
                                          </p:val>
                                        </p:tav>
                                        <p:tav tm="100000">
                                          <p:val>
                                            <p:strVal val="#ppt_x"/>
                                          </p:val>
                                        </p:tav>
                                      </p:tavLst>
                                    </p:anim>
                                    <p:anim calcmode="lin" valueType="num">
                                      <p:cBhvr additive="base">
                                        <p:cTn id="50" dur="500" fill="hold"/>
                                        <p:tgtEl>
                                          <p:spTgt spid="180228"/>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nodeType="clickEffect">
                                  <p:stCondLst>
                                    <p:cond delay="0"/>
                                  </p:stCondLst>
                                  <p:childTnLst>
                                    <p:set>
                                      <p:cBhvr>
                                        <p:cTn id="54" dur="1" fill="hold">
                                          <p:stCondLst>
                                            <p:cond delay="0"/>
                                          </p:stCondLst>
                                        </p:cTn>
                                        <p:tgtEl>
                                          <p:spTgt spid="180237">
                                            <p:txEl>
                                              <p:pRg st="0" end="0"/>
                                            </p:txEl>
                                          </p:spTgt>
                                        </p:tgtEl>
                                        <p:attrNameLst>
                                          <p:attrName>style.visibility</p:attrName>
                                        </p:attrNameLst>
                                      </p:cBhvr>
                                      <p:to>
                                        <p:strVal val="visible"/>
                                      </p:to>
                                    </p:set>
                                    <p:animEffect transition="in" filter="fade">
                                      <p:cBhvr>
                                        <p:cTn id="55" dur="2000"/>
                                        <p:tgtEl>
                                          <p:spTgt spid="180237">
                                            <p:txEl>
                                              <p:pRg st="0" end="0"/>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180237">
                                            <p:txEl>
                                              <p:pRg st="1" end="1"/>
                                            </p:txEl>
                                          </p:spTgt>
                                        </p:tgtEl>
                                        <p:attrNameLst>
                                          <p:attrName>style.visibility</p:attrName>
                                        </p:attrNameLst>
                                      </p:cBhvr>
                                      <p:to>
                                        <p:strVal val="visible"/>
                                      </p:to>
                                    </p:set>
                                    <p:animEffect transition="in" filter="fade">
                                      <p:cBhvr>
                                        <p:cTn id="58" dur="2000"/>
                                        <p:tgtEl>
                                          <p:spTgt spid="180237">
                                            <p:txEl>
                                              <p:pRg st="1" end="1"/>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nodeType="clickEffect">
                                  <p:stCondLst>
                                    <p:cond delay="0"/>
                                  </p:stCondLst>
                                  <p:childTnLst>
                                    <p:set>
                                      <p:cBhvr>
                                        <p:cTn id="62" dur="1" fill="hold">
                                          <p:stCondLst>
                                            <p:cond delay="0"/>
                                          </p:stCondLst>
                                        </p:cTn>
                                        <p:tgtEl>
                                          <p:spTgt spid="180231"/>
                                        </p:tgtEl>
                                        <p:attrNameLst>
                                          <p:attrName>style.visibility</p:attrName>
                                        </p:attrNameLst>
                                      </p:cBhvr>
                                      <p:to>
                                        <p:strVal val="visible"/>
                                      </p:to>
                                    </p:set>
                                    <p:anim calcmode="lin" valueType="num">
                                      <p:cBhvr additive="base">
                                        <p:cTn id="63" dur="500" fill="hold"/>
                                        <p:tgtEl>
                                          <p:spTgt spid="180231"/>
                                        </p:tgtEl>
                                        <p:attrNameLst>
                                          <p:attrName>ppt_x</p:attrName>
                                        </p:attrNameLst>
                                      </p:cBhvr>
                                      <p:tavLst>
                                        <p:tav tm="0">
                                          <p:val>
                                            <p:strVal val="#ppt_x"/>
                                          </p:val>
                                        </p:tav>
                                        <p:tav tm="100000">
                                          <p:val>
                                            <p:strVal val="#ppt_x"/>
                                          </p:val>
                                        </p:tav>
                                      </p:tavLst>
                                    </p:anim>
                                    <p:anim calcmode="lin" valueType="num">
                                      <p:cBhvr additive="base">
                                        <p:cTn id="64" dur="500" fill="hold"/>
                                        <p:tgtEl>
                                          <p:spTgt spid="180231"/>
                                        </p:tgtEl>
                                        <p:attrNameLst>
                                          <p:attrName>ppt_y</p:attrName>
                                        </p:attrNameLst>
                                      </p:cBhvr>
                                      <p:tavLst>
                                        <p:tav tm="0">
                                          <p:val>
                                            <p:strVal val="1+#ppt_h/2"/>
                                          </p:val>
                                        </p:tav>
                                        <p:tav tm="100000">
                                          <p:val>
                                            <p:strVal val="#ppt_y"/>
                                          </p:val>
                                        </p:tav>
                                      </p:tavLst>
                                    </p:anim>
                                  </p:childTnLst>
                                </p:cTn>
                              </p:par>
                              <p:par>
                                <p:cTn id="65" presetID="1" presetClass="mediacall" presetSubtype="0" fill="hold" nodeType="withEffect">
                                  <p:stCondLst>
                                    <p:cond delay="0"/>
                                  </p:stCondLst>
                                  <p:childTnLst>
                                    <p:cmd type="call" cmd="playFrom(0.0)">
                                      <p:cBhvr>
                                        <p:cTn id="66" dur="8940" fill="hold"/>
                                        <p:tgtEl>
                                          <p:spTgt spid="180248"/>
                                        </p:tgtEl>
                                      </p:cBhvr>
                                    </p:cmd>
                                  </p:childTnLst>
                                </p:cTn>
                              </p:par>
                            </p:childTnLst>
                          </p:cTn>
                        </p:par>
                      </p:childTnLst>
                    </p:cTn>
                  </p:par>
                  <p:par>
                    <p:cTn id="67" fill="hold" nodeType="clickPar">
                      <p:stCondLst>
                        <p:cond delay="indefinite"/>
                      </p:stCondLst>
                      <p:childTnLst>
                        <p:par>
                          <p:cTn id="68" fill="hold" nodeType="withGroup">
                            <p:stCondLst>
                              <p:cond delay="0"/>
                            </p:stCondLst>
                            <p:childTnLst>
                              <p:par>
                                <p:cTn id="69" presetID="55" presetClass="entr" presetSubtype="0" fill="hold" grpId="0" nodeType="clickEffect">
                                  <p:stCondLst>
                                    <p:cond delay="0"/>
                                  </p:stCondLst>
                                  <p:childTnLst>
                                    <p:set>
                                      <p:cBhvr>
                                        <p:cTn id="70" dur="1" fill="hold">
                                          <p:stCondLst>
                                            <p:cond delay="0"/>
                                          </p:stCondLst>
                                        </p:cTn>
                                        <p:tgtEl>
                                          <p:spTgt spid="180239"/>
                                        </p:tgtEl>
                                        <p:attrNameLst>
                                          <p:attrName>style.visibility</p:attrName>
                                        </p:attrNameLst>
                                      </p:cBhvr>
                                      <p:to>
                                        <p:strVal val="visible"/>
                                      </p:to>
                                    </p:set>
                                    <p:anim calcmode="lin" valueType="num">
                                      <p:cBhvr>
                                        <p:cTn id="71" dur="1000" fill="hold"/>
                                        <p:tgtEl>
                                          <p:spTgt spid="180239"/>
                                        </p:tgtEl>
                                        <p:attrNameLst>
                                          <p:attrName>ppt_w</p:attrName>
                                        </p:attrNameLst>
                                      </p:cBhvr>
                                      <p:tavLst>
                                        <p:tav tm="0">
                                          <p:val>
                                            <p:strVal val="#ppt_w*0.70"/>
                                          </p:val>
                                        </p:tav>
                                        <p:tav tm="100000">
                                          <p:val>
                                            <p:strVal val="#ppt_w"/>
                                          </p:val>
                                        </p:tav>
                                      </p:tavLst>
                                    </p:anim>
                                    <p:anim calcmode="lin" valueType="num">
                                      <p:cBhvr>
                                        <p:cTn id="72" dur="1000" fill="hold"/>
                                        <p:tgtEl>
                                          <p:spTgt spid="180239"/>
                                        </p:tgtEl>
                                        <p:attrNameLst>
                                          <p:attrName>ppt_h</p:attrName>
                                        </p:attrNameLst>
                                      </p:cBhvr>
                                      <p:tavLst>
                                        <p:tav tm="0">
                                          <p:val>
                                            <p:strVal val="#ppt_h"/>
                                          </p:val>
                                        </p:tav>
                                        <p:tav tm="100000">
                                          <p:val>
                                            <p:strVal val="#ppt_h"/>
                                          </p:val>
                                        </p:tav>
                                      </p:tavLst>
                                    </p:anim>
                                    <p:animEffect transition="in" filter="fade">
                                      <p:cBhvr>
                                        <p:cTn id="73" dur="1000"/>
                                        <p:tgtEl>
                                          <p:spTgt spid="18023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p:cTn id="74" fill="hold" display="0">
                  <p:stCondLst>
                    <p:cond delay="indefinite"/>
                  </p:stCondLst>
                  <p:endCondLst>
                    <p:cond evt="onNext" delay="0">
                      <p:tgtEl>
                        <p:sldTgt/>
                      </p:tgtEl>
                    </p:cond>
                    <p:cond evt="onPrev" delay="0">
                      <p:tgtEl>
                        <p:sldTgt/>
                      </p:tgtEl>
                    </p:cond>
                    <p:cond evt="onStopAudio" delay="0">
                      <p:tgtEl>
                        <p:sldTgt/>
                      </p:tgtEl>
                    </p:cond>
                  </p:endCondLst>
                </p:cTn>
                <p:tgtEl>
                  <p:spTgt spid="180246"/>
                </p:tgtEl>
              </p:cMediaNode>
            </p:audio>
            <p:audio>
              <p:cMediaNode>
                <p:cTn id="75" fill="hold" display="0">
                  <p:stCondLst>
                    <p:cond delay="indefinite"/>
                  </p:stCondLst>
                  <p:endCondLst>
                    <p:cond evt="onNext" delay="0">
                      <p:tgtEl>
                        <p:sldTgt/>
                      </p:tgtEl>
                    </p:cond>
                    <p:cond evt="onPrev" delay="0">
                      <p:tgtEl>
                        <p:sldTgt/>
                      </p:tgtEl>
                    </p:cond>
                    <p:cond evt="onStopAudio" delay="0">
                      <p:tgtEl>
                        <p:sldTgt/>
                      </p:tgtEl>
                    </p:cond>
                  </p:endCondLst>
                </p:cTn>
                <p:tgtEl>
                  <p:spTgt spid="180247"/>
                </p:tgtEl>
              </p:cMediaNode>
            </p:audio>
            <p:audio>
              <p:cMediaNode>
                <p:cTn id="76" fill="hold" display="0">
                  <p:stCondLst>
                    <p:cond delay="indefinite"/>
                  </p:stCondLst>
                  <p:endCondLst>
                    <p:cond evt="onNext" delay="0">
                      <p:tgtEl>
                        <p:sldTgt/>
                      </p:tgtEl>
                    </p:cond>
                    <p:cond evt="onPrev" delay="0">
                      <p:tgtEl>
                        <p:sldTgt/>
                      </p:tgtEl>
                    </p:cond>
                    <p:cond evt="onStopAudio" delay="0">
                      <p:tgtEl>
                        <p:sldTgt/>
                      </p:tgtEl>
                    </p:cond>
                  </p:endCondLst>
                </p:cTn>
                <p:tgtEl>
                  <p:spTgt spid="180248"/>
                </p:tgtEl>
              </p:cMediaNode>
            </p:audio>
          </p:childTnLst>
        </p:cTn>
      </p:par>
    </p:tnLst>
    <p:bldLst>
      <p:bldP spid="180232" grpId="0"/>
      <p:bldP spid="180233" grpId="0"/>
      <p:bldP spid="180234" grpId="0"/>
      <p:bldP spid="180235" grpId="0"/>
      <p:bldP spid="180236" grpId="0"/>
      <p:bldP spid="180239"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3010" name="Picture 2" descr="http://motion-forces-and-energy.wikispaces.com/file/view/t206b1c01f40%5B1%5D.jpg/142040155/t206b1c01f40%5B1%5D.jpg">
            <a:extLst>
              <a:ext uri="{FF2B5EF4-FFF2-40B4-BE49-F238E27FC236}">
                <a16:creationId xmlns:a16="http://schemas.microsoft.com/office/drawing/2014/main" id="{A0067CB5-B53A-234F-2F56-BC7EDCDE58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8596313"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itle 1">
            <a:extLst>
              <a:ext uri="{FF2B5EF4-FFF2-40B4-BE49-F238E27FC236}">
                <a16:creationId xmlns:a16="http://schemas.microsoft.com/office/drawing/2014/main" id="{D6D21BAF-2314-285A-3135-AA6496FE8BE1}"/>
              </a:ext>
            </a:extLst>
          </p:cNvPr>
          <p:cNvSpPr>
            <a:spLocks noGrp="1"/>
          </p:cNvSpPr>
          <p:nvPr>
            <p:ph type="title"/>
          </p:nvPr>
        </p:nvSpPr>
        <p:spPr>
          <a:xfrm>
            <a:off x="0" y="609600"/>
            <a:ext cx="9144000" cy="762000"/>
          </a:xfrm>
        </p:spPr>
        <p:txBody>
          <a:bodyPr/>
          <a:lstStyle/>
          <a:p>
            <a:r>
              <a:rPr lang="en-US" altLang="en-US" sz="6000">
                <a:latin typeface="Berlin Sans FB Demi" panose="020E0602020502020306" pitchFamily="34" charset="77"/>
              </a:rPr>
              <a:t>Energy Transformations</a:t>
            </a:r>
          </a:p>
        </p:txBody>
      </p:sp>
    </p:spTree>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http://www.tuuktukk.com/Documents/Gallary/2013113023429Sound%20Energy-01.png">
            <a:extLst>
              <a:ext uri="{FF2B5EF4-FFF2-40B4-BE49-F238E27FC236}">
                <a16:creationId xmlns:a16="http://schemas.microsoft.com/office/drawing/2014/main" id="{673D618F-4258-C75B-3FE4-6F9145D167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 y="-22860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1C527F-BADA-E0F2-C8B1-F01FD2339ED1}"/>
              </a:ext>
            </a:extLst>
          </p:cNvPr>
          <p:cNvSpPr/>
          <p:nvPr/>
        </p:nvSpPr>
        <p:spPr>
          <a:xfrm>
            <a:off x="1170614" y="1295400"/>
            <a:ext cx="6781800" cy="830997"/>
          </a:xfrm>
          <a:prstGeom prst="rect">
            <a:avLst/>
          </a:prstGeom>
        </p:spPr>
        <p:txBody>
          <a:bodyPr>
            <a:spAutoFit/>
          </a:bodyPr>
          <a:lstStyle/>
          <a:p>
            <a:pPr algn="ctr">
              <a:defRPr/>
            </a:pPr>
            <a:r>
              <a:rPr lang="en-US" sz="2400" dirty="0">
                <a:ln>
                  <a:solidFill>
                    <a:schemeClr val="tx1"/>
                  </a:solidFill>
                </a:ln>
                <a:latin typeface="Arial" charset="0"/>
                <a:hlinkClick r:id="rId2"/>
              </a:rPr>
              <a:t>http://www.discovery.com/tv-shows/other-shows/videos/time-warp-lighting-a-match.htm</a:t>
            </a:r>
            <a:r>
              <a:rPr lang="en-US" sz="2400" dirty="0">
                <a:ln>
                  <a:solidFill>
                    <a:schemeClr val="tx1"/>
                  </a:solidFill>
                </a:ln>
                <a:latin typeface="Arial" charset="0"/>
              </a:rPr>
              <a:t> </a:t>
            </a:r>
          </a:p>
        </p:txBody>
      </p:sp>
      <p:sp>
        <p:nvSpPr>
          <p:cNvPr id="4" name="Title 1">
            <a:extLst>
              <a:ext uri="{FF2B5EF4-FFF2-40B4-BE49-F238E27FC236}">
                <a16:creationId xmlns:a16="http://schemas.microsoft.com/office/drawing/2014/main" id="{1DC46238-F282-51FE-AD02-F7C99E86E508}"/>
              </a:ext>
            </a:extLst>
          </p:cNvPr>
          <p:cNvSpPr txBox="1">
            <a:spLocks/>
          </p:cNvSpPr>
          <p:nvPr/>
        </p:nvSpPr>
        <p:spPr bwMode="auto">
          <a:xfrm>
            <a:off x="0" y="228600"/>
            <a:ext cx="91440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800">
                <a:solidFill>
                  <a:schemeClr val="tx2"/>
                </a:solidFill>
                <a:latin typeface="Berlin Sans FB Demi" panose="020E0602020502020306" pitchFamily="34" charset="77"/>
              </a:rPr>
              <a:t>Watch the short video clip. Identify the energy transformations that occur.</a:t>
            </a:r>
          </a:p>
        </p:txBody>
      </p:sp>
      <p:sp>
        <p:nvSpPr>
          <p:cNvPr id="5" name="Title 1">
            <a:extLst>
              <a:ext uri="{FF2B5EF4-FFF2-40B4-BE49-F238E27FC236}">
                <a16:creationId xmlns:a16="http://schemas.microsoft.com/office/drawing/2014/main" id="{7D76D27B-21A6-F46B-DC5F-8FBF5C69BA7B}"/>
              </a:ext>
            </a:extLst>
          </p:cNvPr>
          <p:cNvSpPr txBox="1">
            <a:spLocks/>
          </p:cNvSpPr>
          <p:nvPr/>
        </p:nvSpPr>
        <p:spPr bwMode="auto">
          <a:xfrm>
            <a:off x="11113" y="2362200"/>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800">
                <a:solidFill>
                  <a:schemeClr val="tx2"/>
                </a:solidFill>
                <a:latin typeface="Berlin Sans FB Demi" panose="020E0602020502020306" pitchFamily="34" charset="77"/>
              </a:rPr>
              <a:t>In the video, chemical energy in the match changes to heat (thermal) energy and light (radiant) energy.</a:t>
            </a:r>
          </a:p>
        </p:txBody>
      </p:sp>
      <p:sp>
        <p:nvSpPr>
          <p:cNvPr id="7" name="Title 1">
            <a:extLst>
              <a:ext uri="{FF2B5EF4-FFF2-40B4-BE49-F238E27FC236}">
                <a16:creationId xmlns:a16="http://schemas.microsoft.com/office/drawing/2014/main" id="{1945E25C-C85C-5B37-3B55-AD50ECF6A398}"/>
              </a:ext>
            </a:extLst>
          </p:cNvPr>
          <p:cNvSpPr txBox="1">
            <a:spLocks/>
          </p:cNvSpPr>
          <p:nvPr/>
        </p:nvSpPr>
        <p:spPr bwMode="auto">
          <a:xfrm>
            <a:off x="12700" y="3810000"/>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800">
                <a:solidFill>
                  <a:schemeClr val="tx2"/>
                </a:solidFill>
                <a:latin typeface="Berlin Sans FB Demi" panose="020E0602020502020306" pitchFamily="34" charset="77"/>
              </a:rPr>
              <a:t>While the match is burning, is the amount of chemical energy in the match the same? Why or Why not?</a:t>
            </a:r>
          </a:p>
        </p:txBody>
      </p:sp>
      <p:sp>
        <p:nvSpPr>
          <p:cNvPr id="8" name="Title 1">
            <a:extLst>
              <a:ext uri="{FF2B5EF4-FFF2-40B4-BE49-F238E27FC236}">
                <a16:creationId xmlns:a16="http://schemas.microsoft.com/office/drawing/2014/main" id="{9ACA46BB-937C-0B24-5F52-C01C9D43F404}"/>
              </a:ext>
            </a:extLst>
          </p:cNvPr>
          <p:cNvSpPr txBox="1">
            <a:spLocks/>
          </p:cNvSpPr>
          <p:nvPr/>
        </p:nvSpPr>
        <p:spPr bwMode="auto">
          <a:xfrm>
            <a:off x="12700" y="5257800"/>
            <a:ext cx="91440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800">
                <a:solidFill>
                  <a:schemeClr val="tx2"/>
                </a:solidFill>
                <a:latin typeface="Berlin Sans FB Demi" panose="020E0602020502020306" pitchFamily="34" charset="77"/>
              </a:rPr>
              <a:t>As the match is burning, the chemical energy is decreasing while the thermal energy and the radiant energy are increasing.</a:t>
            </a: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Effect transition="in" filter="fade">
                                      <p:cBhvr>
                                        <p:cTn id="9" dur="1000"/>
                                        <p:tgtEl>
                                          <p:spTgt spid="4"/>
                                        </p:tgtEl>
                                      </p:cBhvr>
                                    </p:animEffect>
                                  </p:childTnLst>
                                </p:cTn>
                              </p:par>
                            </p:childTnLst>
                          </p:cTn>
                        </p:par>
                        <p:par>
                          <p:cTn id="10" fill="hold" nodeType="afterGroup">
                            <p:stCondLst>
                              <p:cond delay="1500"/>
                            </p:stCondLst>
                            <p:childTnLst>
                              <p:par>
                                <p:cTn id="11" presetID="53" presetClass="entr" presetSubtype="16"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Effect transition="in" filter="fade">
                                      <p:cBhvr>
                                        <p:cTn id="15" dur="10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1000" fill="hold"/>
                                        <p:tgtEl>
                                          <p:spTgt spid="5"/>
                                        </p:tgtEl>
                                        <p:attrNameLst>
                                          <p:attrName>ppt_w</p:attrName>
                                        </p:attrNameLst>
                                      </p:cBhvr>
                                      <p:tavLst>
                                        <p:tav tm="0">
                                          <p:val>
                                            <p:fltVal val="0"/>
                                          </p:val>
                                        </p:tav>
                                        <p:tav tm="100000">
                                          <p:val>
                                            <p:strVal val="#ppt_w"/>
                                          </p:val>
                                        </p:tav>
                                      </p:tavLst>
                                    </p:anim>
                                    <p:anim calcmode="lin" valueType="num">
                                      <p:cBhvr>
                                        <p:cTn id="21" dur="1000" fill="hold"/>
                                        <p:tgtEl>
                                          <p:spTgt spid="5"/>
                                        </p:tgtEl>
                                        <p:attrNameLst>
                                          <p:attrName>ppt_h</p:attrName>
                                        </p:attrNameLst>
                                      </p:cBhvr>
                                      <p:tavLst>
                                        <p:tav tm="0">
                                          <p:val>
                                            <p:fltVal val="0"/>
                                          </p:val>
                                        </p:tav>
                                        <p:tav tm="100000">
                                          <p:val>
                                            <p:strVal val="#ppt_h"/>
                                          </p:val>
                                        </p:tav>
                                      </p:tavLst>
                                    </p:anim>
                                    <p:animEffect transition="in" filter="fade">
                                      <p:cBhvr>
                                        <p:cTn id="22" dur="10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1000" fill="hold"/>
                                        <p:tgtEl>
                                          <p:spTgt spid="7"/>
                                        </p:tgtEl>
                                        <p:attrNameLst>
                                          <p:attrName>ppt_w</p:attrName>
                                        </p:attrNameLst>
                                      </p:cBhvr>
                                      <p:tavLst>
                                        <p:tav tm="0">
                                          <p:val>
                                            <p:fltVal val="0"/>
                                          </p:val>
                                        </p:tav>
                                        <p:tav tm="100000">
                                          <p:val>
                                            <p:strVal val="#ppt_w"/>
                                          </p:val>
                                        </p:tav>
                                      </p:tavLst>
                                    </p:anim>
                                    <p:anim calcmode="lin" valueType="num">
                                      <p:cBhvr>
                                        <p:cTn id="28" dur="1000" fill="hold"/>
                                        <p:tgtEl>
                                          <p:spTgt spid="7"/>
                                        </p:tgtEl>
                                        <p:attrNameLst>
                                          <p:attrName>ppt_h</p:attrName>
                                        </p:attrNameLst>
                                      </p:cBhvr>
                                      <p:tavLst>
                                        <p:tav tm="0">
                                          <p:val>
                                            <p:fltVal val="0"/>
                                          </p:val>
                                        </p:tav>
                                        <p:tav tm="100000">
                                          <p:val>
                                            <p:strVal val="#ppt_h"/>
                                          </p:val>
                                        </p:tav>
                                      </p:tavLst>
                                    </p:anim>
                                    <p:animEffect transition="in" filter="fade">
                                      <p:cBhvr>
                                        <p:cTn id="29" dur="1000"/>
                                        <p:tgtEl>
                                          <p:spTgt spid="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1000" fill="hold"/>
                                        <p:tgtEl>
                                          <p:spTgt spid="8"/>
                                        </p:tgtEl>
                                        <p:attrNameLst>
                                          <p:attrName>ppt_w</p:attrName>
                                        </p:attrNameLst>
                                      </p:cBhvr>
                                      <p:tavLst>
                                        <p:tav tm="0">
                                          <p:val>
                                            <p:fltVal val="0"/>
                                          </p:val>
                                        </p:tav>
                                        <p:tav tm="100000">
                                          <p:val>
                                            <p:strVal val="#ppt_w"/>
                                          </p:val>
                                        </p:tav>
                                      </p:tavLst>
                                    </p:anim>
                                    <p:anim calcmode="lin" valueType="num">
                                      <p:cBhvr>
                                        <p:cTn id="35" dur="1000" fill="hold"/>
                                        <p:tgtEl>
                                          <p:spTgt spid="8"/>
                                        </p:tgtEl>
                                        <p:attrNameLst>
                                          <p:attrName>ppt_h</p:attrName>
                                        </p:attrNameLst>
                                      </p:cBhvr>
                                      <p:tavLst>
                                        <p:tav tm="0">
                                          <p:val>
                                            <p:fltVal val="0"/>
                                          </p:val>
                                        </p:tav>
                                        <p:tav tm="100000">
                                          <p:val>
                                            <p:strVal val="#ppt_h"/>
                                          </p:val>
                                        </p:tav>
                                      </p:tavLst>
                                    </p:anim>
                                    <p:animEffect transition="in" filter="fade">
                                      <p:cBhvr>
                                        <p:cTn id="3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DD4B4-D0E1-53D0-66E0-678B2E4550C9}"/>
              </a:ext>
            </a:extLst>
          </p:cNvPr>
          <p:cNvSpPr>
            <a:spLocks noGrp="1"/>
          </p:cNvSpPr>
          <p:nvPr>
            <p:ph type="title"/>
          </p:nvPr>
        </p:nvSpPr>
        <p:spPr>
          <a:xfrm>
            <a:off x="6350" y="381000"/>
            <a:ext cx="9144000" cy="13716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74754" name="Picture 2" descr="Microphone music graphics">
            <a:extLst>
              <a:ext uri="{FF2B5EF4-FFF2-40B4-BE49-F238E27FC236}">
                <a16:creationId xmlns:a16="http://schemas.microsoft.com/office/drawing/2014/main" id="{C779531F-027C-D2AD-0755-C779AE7794E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752600"/>
            <a:ext cx="32766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74754"/>
                                        </p:tgtEl>
                                        <p:attrNameLst>
                                          <p:attrName>style.visibility</p:attrName>
                                        </p:attrNameLst>
                                      </p:cBhvr>
                                      <p:to>
                                        <p:strVal val="visible"/>
                                      </p:to>
                                    </p:set>
                                    <p:anim calcmode="lin" valueType="num">
                                      <p:cBhvr>
                                        <p:cTn id="13" dur="1000" fill="hold"/>
                                        <p:tgtEl>
                                          <p:spTgt spid="74754"/>
                                        </p:tgtEl>
                                        <p:attrNameLst>
                                          <p:attrName>ppt_w</p:attrName>
                                        </p:attrNameLst>
                                      </p:cBhvr>
                                      <p:tavLst>
                                        <p:tav tm="0">
                                          <p:val>
                                            <p:fltVal val="0"/>
                                          </p:val>
                                        </p:tav>
                                        <p:tav tm="100000">
                                          <p:val>
                                            <p:strVal val="#ppt_w"/>
                                          </p:val>
                                        </p:tav>
                                      </p:tavLst>
                                    </p:anim>
                                    <p:anim calcmode="lin" valueType="num">
                                      <p:cBhvr>
                                        <p:cTn id="14" dur="1000" fill="hold"/>
                                        <p:tgtEl>
                                          <p:spTgt spid="74754"/>
                                        </p:tgtEl>
                                        <p:attrNameLst>
                                          <p:attrName>ppt_h</p:attrName>
                                        </p:attrNameLst>
                                      </p:cBhvr>
                                      <p:tavLst>
                                        <p:tav tm="0">
                                          <p:val>
                                            <p:fltVal val="0"/>
                                          </p:val>
                                        </p:tav>
                                        <p:tav tm="100000">
                                          <p:val>
                                            <p:strVal val="#ppt_h"/>
                                          </p:val>
                                        </p:tav>
                                      </p:tavLst>
                                    </p:anim>
                                    <p:animEffect transition="in" filter="fade">
                                      <p:cBhvr>
                                        <p:cTn id="15" dur="1000"/>
                                        <p:tgtEl>
                                          <p:spTgt spid="74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8C3FC-6234-951E-1FAC-CBC5699B2E81}"/>
              </a:ext>
            </a:extLst>
          </p:cNvPr>
          <p:cNvSpPr>
            <a:spLocks noGrp="1"/>
          </p:cNvSpPr>
          <p:nvPr>
            <p:ph type="title"/>
          </p:nvPr>
        </p:nvSpPr>
        <p:spPr>
          <a:xfrm>
            <a:off x="0" y="381000"/>
            <a:ext cx="9144000" cy="7620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78850" name="Picture 2">
            <a:extLst>
              <a:ext uri="{FF2B5EF4-FFF2-40B4-BE49-F238E27FC236}">
                <a16:creationId xmlns:a16="http://schemas.microsoft.com/office/drawing/2014/main" id="{41F1EC6A-55ED-C776-76AA-68AFB8CF9E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9275" y="1752600"/>
            <a:ext cx="2952750" cy="39814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78850"/>
                                        </p:tgtEl>
                                        <p:attrNameLst>
                                          <p:attrName>style.visibility</p:attrName>
                                        </p:attrNameLst>
                                      </p:cBhvr>
                                      <p:to>
                                        <p:strVal val="visible"/>
                                      </p:to>
                                    </p:set>
                                    <p:anim calcmode="lin" valueType="num">
                                      <p:cBhvr>
                                        <p:cTn id="13" dur="1000" fill="hold"/>
                                        <p:tgtEl>
                                          <p:spTgt spid="78850"/>
                                        </p:tgtEl>
                                        <p:attrNameLst>
                                          <p:attrName>ppt_w</p:attrName>
                                        </p:attrNameLst>
                                      </p:cBhvr>
                                      <p:tavLst>
                                        <p:tav tm="0">
                                          <p:val>
                                            <p:fltVal val="0"/>
                                          </p:val>
                                        </p:tav>
                                        <p:tav tm="100000">
                                          <p:val>
                                            <p:strVal val="#ppt_w"/>
                                          </p:val>
                                        </p:tav>
                                      </p:tavLst>
                                    </p:anim>
                                    <p:anim calcmode="lin" valueType="num">
                                      <p:cBhvr>
                                        <p:cTn id="14" dur="1000" fill="hold"/>
                                        <p:tgtEl>
                                          <p:spTgt spid="78850"/>
                                        </p:tgtEl>
                                        <p:attrNameLst>
                                          <p:attrName>ppt_h</p:attrName>
                                        </p:attrNameLst>
                                      </p:cBhvr>
                                      <p:tavLst>
                                        <p:tav tm="0">
                                          <p:val>
                                            <p:fltVal val="0"/>
                                          </p:val>
                                        </p:tav>
                                        <p:tav tm="100000">
                                          <p:val>
                                            <p:strVal val="#ppt_h"/>
                                          </p:val>
                                        </p:tav>
                                      </p:tavLst>
                                    </p:anim>
                                    <p:animEffect transition="in" filter="fade">
                                      <p:cBhvr>
                                        <p:cTn id="15" dur="1000"/>
                                        <p:tgtEl>
                                          <p:spTgt spid="78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8180-2630-61DE-D923-A5D6D7C6FF3A}"/>
              </a:ext>
            </a:extLst>
          </p:cNvPr>
          <p:cNvSpPr>
            <a:spLocks noGrp="1"/>
          </p:cNvSpPr>
          <p:nvPr>
            <p:ph type="title"/>
          </p:nvPr>
        </p:nvSpPr>
        <p:spPr>
          <a:xfrm>
            <a:off x="6350" y="457200"/>
            <a:ext cx="9144000" cy="7620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79875" name="Picture 3">
            <a:extLst>
              <a:ext uri="{FF2B5EF4-FFF2-40B4-BE49-F238E27FC236}">
                <a16:creationId xmlns:a16="http://schemas.microsoft.com/office/drawing/2014/main" id="{65A398A7-20AB-EC6A-FB53-07D7FFA5BB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981200"/>
            <a:ext cx="6056313" cy="23383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79875"/>
                                        </p:tgtEl>
                                        <p:attrNameLst>
                                          <p:attrName>style.visibility</p:attrName>
                                        </p:attrNameLst>
                                      </p:cBhvr>
                                      <p:to>
                                        <p:strVal val="visible"/>
                                      </p:to>
                                    </p:set>
                                    <p:anim calcmode="lin" valueType="num">
                                      <p:cBhvr>
                                        <p:cTn id="13" dur="1000" fill="hold"/>
                                        <p:tgtEl>
                                          <p:spTgt spid="79875"/>
                                        </p:tgtEl>
                                        <p:attrNameLst>
                                          <p:attrName>ppt_w</p:attrName>
                                        </p:attrNameLst>
                                      </p:cBhvr>
                                      <p:tavLst>
                                        <p:tav tm="0">
                                          <p:val>
                                            <p:fltVal val="0"/>
                                          </p:val>
                                        </p:tav>
                                        <p:tav tm="100000">
                                          <p:val>
                                            <p:strVal val="#ppt_w"/>
                                          </p:val>
                                        </p:tav>
                                      </p:tavLst>
                                    </p:anim>
                                    <p:anim calcmode="lin" valueType="num">
                                      <p:cBhvr>
                                        <p:cTn id="14" dur="1000" fill="hold"/>
                                        <p:tgtEl>
                                          <p:spTgt spid="79875"/>
                                        </p:tgtEl>
                                        <p:attrNameLst>
                                          <p:attrName>ppt_h</p:attrName>
                                        </p:attrNameLst>
                                      </p:cBhvr>
                                      <p:tavLst>
                                        <p:tav tm="0">
                                          <p:val>
                                            <p:fltVal val="0"/>
                                          </p:val>
                                        </p:tav>
                                        <p:tav tm="100000">
                                          <p:val>
                                            <p:strVal val="#ppt_h"/>
                                          </p:val>
                                        </p:tav>
                                      </p:tavLst>
                                    </p:anim>
                                    <p:animEffect transition="in" filter="fade">
                                      <p:cBhvr>
                                        <p:cTn id="15" dur="1000"/>
                                        <p:tgtEl>
                                          <p:spTgt spid="79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594B1-372B-34C6-245F-1A3103ADCB93}"/>
              </a:ext>
            </a:extLst>
          </p:cNvPr>
          <p:cNvSpPr>
            <a:spLocks noGrp="1"/>
          </p:cNvSpPr>
          <p:nvPr>
            <p:ph type="title"/>
          </p:nvPr>
        </p:nvSpPr>
        <p:spPr>
          <a:xfrm>
            <a:off x="6350" y="457200"/>
            <a:ext cx="9144000" cy="7620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81922" name="Picture 2">
            <a:extLst>
              <a:ext uri="{FF2B5EF4-FFF2-40B4-BE49-F238E27FC236}">
                <a16:creationId xmlns:a16="http://schemas.microsoft.com/office/drawing/2014/main" id="{902295C4-54A1-07C7-1B3E-CD6BC042F6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938" y="2362200"/>
            <a:ext cx="7362825" cy="2286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81922"/>
                                        </p:tgtEl>
                                        <p:attrNameLst>
                                          <p:attrName>style.visibility</p:attrName>
                                        </p:attrNameLst>
                                      </p:cBhvr>
                                      <p:to>
                                        <p:strVal val="visible"/>
                                      </p:to>
                                    </p:set>
                                    <p:anim calcmode="lin" valueType="num">
                                      <p:cBhvr>
                                        <p:cTn id="13" dur="1000" fill="hold"/>
                                        <p:tgtEl>
                                          <p:spTgt spid="81922"/>
                                        </p:tgtEl>
                                        <p:attrNameLst>
                                          <p:attrName>ppt_w</p:attrName>
                                        </p:attrNameLst>
                                      </p:cBhvr>
                                      <p:tavLst>
                                        <p:tav tm="0">
                                          <p:val>
                                            <p:fltVal val="0"/>
                                          </p:val>
                                        </p:tav>
                                        <p:tav tm="100000">
                                          <p:val>
                                            <p:strVal val="#ppt_w"/>
                                          </p:val>
                                        </p:tav>
                                      </p:tavLst>
                                    </p:anim>
                                    <p:anim calcmode="lin" valueType="num">
                                      <p:cBhvr>
                                        <p:cTn id="14" dur="1000" fill="hold"/>
                                        <p:tgtEl>
                                          <p:spTgt spid="81922"/>
                                        </p:tgtEl>
                                        <p:attrNameLst>
                                          <p:attrName>ppt_h</p:attrName>
                                        </p:attrNameLst>
                                      </p:cBhvr>
                                      <p:tavLst>
                                        <p:tav tm="0">
                                          <p:val>
                                            <p:fltVal val="0"/>
                                          </p:val>
                                        </p:tav>
                                        <p:tav tm="100000">
                                          <p:val>
                                            <p:strVal val="#ppt_h"/>
                                          </p:val>
                                        </p:tav>
                                      </p:tavLst>
                                    </p:anim>
                                    <p:animEffect transition="in" filter="fade">
                                      <p:cBhvr>
                                        <p:cTn id="15" dur="1000"/>
                                        <p:tgtEl>
                                          <p:spTgt spid="81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D8754-28DA-9144-E6A9-06E29C500311}"/>
              </a:ext>
            </a:extLst>
          </p:cNvPr>
          <p:cNvSpPr>
            <a:spLocks noGrp="1"/>
          </p:cNvSpPr>
          <p:nvPr>
            <p:ph type="title"/>
          </p:nvPr>
        </p:nvSpPr>
        <p:spPr>
          <a:xfrm>
            <a:off x="6350" y="457200"/>
            <a:ext cx="9144000" cy="7620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80898" name="Picture 2">
            <a:extLst>
              <a:ext uri="{FF2B5EF4-FFF2-40B4-BE49-F238E27FC236}">
                <a16:creationId xmlns:a16="http://schemas.microsoft.com/office/drawing/2014/main" id="{A9A7D6F5-37EA-D668-DA4B-71824FC789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324100"/>
            <a:ext cx="6665913"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80898"/>
                                        </p:tgtEl>
                                        <p:attrNameLst>
                                          <p:attrName>style.visibility</p:attrName>
                                        </p:attrNameLst>
                                      </p:cBhvr>
                                      <p:to>
                                        <p:strVal val="visible"/>
                                      </p:to>
                                    </p:set>
                                    <p:anim calcmode="lin" valueType="num">
                                      <p:cBhvr>
                                        <p:cTn id="13" dur="1000" fill="hold"/>
                                        <p:tgtEl>
                                          <p:spTgt spid="80898"/>
                                        </p:tgtEl>
                                        <p:attrNameLst>
                                          <p:attrName>ppt_w</p:attrName>
                                        </p:attrNameLst>
                                      </p:cBhvr>
                                      <p:tavLst>
                                        <p:tav tm="0">
                                          <p:val>
                                            <p:fltVal val="0"/>
                                          </p:val>
                                        </p:tav>
                                        <p:tav tm="100000">
                                          <p:val>
                                            <p:strVal val="#ppt_w"/>
                                          </p:val>
                                        </p:tav>
                                      </p:tavLst>
                                    </p:anim>
                                    <p:anim calcmode="lin" valueType="num">
                                      <p:cBhvr>
                                        <p:cTn id="14" dur="1000" fill="hold"/>
                                        <p:tgtEl>
                                          <p:spTgt spid="80898"/>
                                        </p:tgtEl>
                                        <p:attrNameLst>
                                          <p:attrName>ppt_h</p:attrName>
                                        </p:attrNameLst>
                                      </p:cBhvr>
                                      <p:tavLst>
                                        <p:tav tm="0">
                                          <p:val>
                                            <p:fltVal val="0"/>
                                          </p:val>
                                        </p:tav>
                                        <p:tav tm="100000">
                                          <p:val>
                                            <p:strVal val="#ppt_h"/>
                                          </p:val>
                                        </p:tav>
                                      </p:tavLst>
                                    </p:anim>
                                    <p:animEffect transition="in" filter="fade">
                                      <p:cBhvr>
                                        <p:cTn id="15" dur="1000"/>
                                        <p:tgtEl>
                                          <p:spTgt spid="8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08051-0771-DDA5-1C3E-D5E9AF9446A8}"/>
              </a:ext>
            </a:extLst>
          </p:cNvPr>
          <p:cNvSpPr>
            <a:spLocks noGrp="1"/>
          </p:cNvSpPr>
          <p:nvPr>
            <p:ph type="title"/>
          </p:nvPr>
        </p:nvSpPr>
        <p:spPr>
          <a:xfrm>
            <a:off x="6350" y="457200"/>
            <a:ext cx="9144000" cy="7620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5" name="Picture 4">
            <a:extLst>
              <a:ext uri="{FF2B5EF4-FFF2-40B4-BE49-F238E27FC236}">
                <a16:creationId xmlns:a16="http://schemas.microsoft.com/office/drawing/2014/main" id="{5ABDA801-5DF7-78D7-17B6-9A44DCA50B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2775" y="1670050"/>
            <a:ext cx="2851150" cy="3241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Effect transition="in" filter="fad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6937C-71A3-A185-FB1B-ABC2547BDC0B}"/>
              </a:ext>
            </a:extLst>
          </p:cNvPr>
          <p:cNvSpPr>
            <a:spLocks noGrp="1"/>
          </p:cNvSpPr>
          <p:nvPr>
            <p:ph type="title"/>
          </p:nvPr>
        </p:nvSpPr>
        <p:spPr>
          <a:xfrm>
            <a:off x="6350" y="457200"/>
            <a:ext cx="9144000" cy="7620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55300" name="Picture 5">
            <a:extLst>
              <a:ext uri="{FF2B5EF4-FFF2-40B4-BE49-F238E27FC236}">
                <a16:creationId xmlns:a16="http://schemas.microsoft.com/office/drawing/2014/main" id="{AA9597CB-CCD1-ECAA-5E30-E119BF1AB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133600"/>
            <a:ext cx="4114800" cy="1905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20731-CB65-E59D-4F7E-CD499CA1BE54}"/>
              </a:ext>
            </a:extLst>
          </p:cNvPr>
          <p:cNvSpPr>
            <a:spLocks noGrp="1"/>
          </p:cNvSpPr>
          <p:nvPr>
            <p:ph type="title"/>
          </p:nvPr>
        </p:nvSpPr>
        <p:spPr>
          <a:xfrm>
            <a:off x="6350" y="228600"/>
            <a:ext cx="9144000" cy="7620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5" name="Picture 4">
            <a:extLst>
              <a:ext uri="{FF2B5EF4-FFF2-40B4-BE49-F238E27FC236}">
                <a16:creationId xmlns:a16="http://schemas.microsoft.com/office/drawing/2014/main" id="{66FC1337-12D1-5AC1-18D7-E1E526F18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8363" y="1524000"/>
            <a:ext cx="2339975" cy="3352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Effect transition="in" filter="fad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B7ECE-D2BF-CF2A-28F5-9BD3670475B6}"/>
              </a:ext>
            </a:extLst>
          </p:cNvPr>
          <p:cNvSpPr>
            <a:spLocks noGrp="1"/>
          </p:cNvSpPr>
          <p:nvPr>
            <p:ph type="title"/>
          </p:nvPr>
        </p:nvSpPr>
        <p:spPr>
          <a:xfrm>
            <a:off x="6350" y="304800"/>
            <a:ext cx="9144000" cy="7620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103426" name="Picture 2" descr="http://stormprepare.com/images/floating_flashlight.JPG">
            <a:extLst>
              <a:ext uri="{FF2B5EF4-FFF2-40B4-BE49-F238E27FC236}">
                <a16:creationId xmlns:a16="http://schemas.microsoft.com/office/drawing/2014/main" id="{EBD2837C-16DD-FEB3-C62F-4116B4AC4C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663" y="1524000"/>
            <a:ext cx="4143375" cy="3168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103426"/>
                                        </p:tgtEl>
                                        <p:attrNameLst>
                                          <p:attrName>style.visibility</p:attrName>
                                        </p:attrNameLst>
                                      </p:cBhvr>
                                      <p:to>
                                        <p:strVal val="visible"/>
                                      </p:to>
                                    </p:set>
                                    <p:anim calcmode="lin" valueType="num">
                                      <p:cBhvr>
                                        <p:cTn id="13" dur="1000" fill="hold"/>
                                        <p:tgtEl>
                                          <p:spTgt spid="103426"/>
                                        </p:tgtEl>
                                        <p:attrNameLst>
                                          <p:attrName>ppt_w</p:attrName>
                                        </p:attrNameLst>
                                      </p:cBhvr>
                                      <p:tavLst>
                                        <p:tav tm="0">
                                          <p:val>
                                            <p:fltVal val="0"/>
                                          </p:val>
                                        </p:tav>
                                        <p:tav tm="100000">
                                          <p:val>
                                            <p:strVal val="#ppt_w"/>
                                          </p:val>
                                        </p:tav>
                                      </p:tavLst>
                                    </p:anim>
                                    <p:anim calcmode="lin" valueType="num">
                                      <p:cBhvr>
                                        <p:cTn id="14" dur="1000" fill="hold"/>
                                        <p:tgtEl>
                                          <p:spTgt spid="103426"/>
                                        </p:tgtEl>
                                        <p:attrNameLst>
                                          <p:attrName>ppt_h</p:attrName>
                                        </p:attrNameLst>
                                      </p:cBhvr>
                                      <p:tavLst>
                                        <p:tav tm="0">
                                          <p:val>
                                            <p:fltVal val="0"/>
                                          </p:val>
                                        </p:tav>
                                        <p:tav tm="100000">
                                          <p:val>
                                            <p:strVal val="#ppt_h"/>
                                          </p:val>
                                        </p:tav>
                                      </p:tavLst>
                                    </p:anim>
                                    <p:animEffect transition="in" filter="fade">
                                      <p:cBhvr>
                                        <p:cTn id="15" dur="1000"/>
                                        <p:tgtEl>
                                          <p:spTgt spid="103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0711D-5630-0D37-3266-25CF7294756A}"/>
              </a:ext>
            </a:extLst>
          </p:cNvPr>
          <p:cNvSpPr>
            <a:spLocks noGrp="1"/>
          </p:cNvSpPr>
          <p:nvPr>
            <p:ph type="title"/>
          </p:nvPr>
        </p:nvSpPr>
        <p:spPr>
          <a:xfrm>
            <a:off x="6350" y="304800"/>
            <a:ext cx="9144000" cy="762000"/>
          </a:xfrm>
        </p:spPr>
        <p:txBody>
          <a:bodyPr/>
          <a:lstStyle/>
          <a:p>
            <a:r>
              <a:rPr lang="en-US" altLang="en-US" sz="4400">
                <a:latin typeface="Berlin Sans FB Demi" panose="020E0602020502020306" pitchFamily="34" charset="77"/>
              </a:rPr>
              <a:t>Identify the Energy </a:t>
            </a:r>
            <a:br>
              <a:rPr lang="en-US" altLang="en-US" sz="4400">
                <a:latin typeface="Berlin Sans FB Demi" panose="020E0602020502020306" pitchFamily="34" charset="77"/>
              </a:rPr>
            </a:br>
            <a:r>
              <a:rPr lang="en-US" altLang="en-US" sz="4400">
                <a:latin typeface="Berlin Sans FB Demi" panose="020E0602020502020306" pitchFamily="34" charset="77"/>
              </a:rPr>
              <a:t>Transformation</a:t>
            </a:r>
          </a:p>
        </p:txBody>
      </p:sp>
      <p:pic>
        <p:nvPicPr>
          <p:cNvPr id="185346" name="Picture 2">
            <a:extLst>
              <a:ext uri="{FF2B5EF4-FFF2-40B4-BE49-F238E27FC236}">
                <a16:creationId xmlns:a16="http://schemas.microsoft.com/office/drawing/2014/main" id="{4FDBB78F-473E-DDB3-3BB3-1980A8D3F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800" y="1633538"/>
            <a:ext cx="3467100" cy="3319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185346"/>
                                        </p:tgtEl>
                                        <p:attrNameLst>
                                          <p:attrName>style.visibility</p:attrName>
                                        </p:attrNameLst>
                                      </p:cBhvr>
                                      <p:to>
                                        <p:strVal val="visible"/>
                                      </p:to>
                                    </p:set>
                                    <p:anim calcmode="lin" valueType="num">
                                      <p:cBhvr>
                                        <p:cTn id="13" dur="1000" fill="hold"/>
                                        <p:tgtEl>
                                          <p:spTgt spid="185346"/>
                                        </p:tgtEl>
                                        <p:attrNameLst>
                                          <p:attrName>ppt_w</p:attrName>
                                        </p:attrNameLst>
                                      </p:cBhvr>
                                      <p:tavLst>
                                        <p:tav tm="0">
                                          <p:val>
                                            <p:fltVal val="0"/>
                                          </p:val>
                                        </p:tav>
                                        <p:tav tm="100000">
                                          <p:val>
                                            <p:strVal val="#ppt_w"/>
                                          </p:val>
                                        </p:tav>
                                      </p:tavLst>
                                    </p:anim>
                                    <p:anim calcmode="lin" valueType="num">
                                      <p:cBhvr>
                                        <p:cTn id="14" dur="1000" fill="hold"/>
                                        <p:tgtEl>
                                          <p:spTgt spid="185346"/>
                                        </p:tgtEl>
                                        <p:attrNameLst>
                                          <p:attrName>ppt_h</p:attrName>
                                        </p:attrNameLst>
                                      </p:cBhvr>
                                      <p:tavLst>
                                        <p:tav tm="0">
                                          <p:val>
                                            <p:fltVal val="0"/>
                                          </p:val>
                                        </p:tav>
                                        <p:tav tm="100000">
                                          <p:val>
                                            <p:strVal val="#ppt_h"/>
                                          </p:val>
                                        </p:tav>
                                      </p:tavLst>
                                    </p:anim>
                                    <p:animEffect transition="in" filter="fade">
                                      <p:cBhvr>
                                        <p:cTn id="15" dur="1000"/>
                                        <p:tgtEl>
                                          <p:spTgt spid="185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70" name="Picture 2">
            <a:extLst>
              <a:ext uri="{FF2B5EF4-FFF2-40B4-BE49-F238E27FC236}">
                <a16:creationId xmlns:a16="http://schemas.microsoft.com/office/drawing/2014/main" id="{B301EB13-09F0-7760-1011-51926EDDC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5488" y="1828800"/>
            <a:ext cx="2624137" cy="29083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1">
            <a:extLst>
              <a:ext uri="{FF2B5EF4-FFF2-40B4-BE49-F238E27FC236}">
                <a16:creationId xmlns:a16="http://schemas.microsoft.com/office/drawing/2014/main" id="{214CB97F-CA1D-67B3-1A5B-E1AD924F6004}"/>
              </a:ext>
            </a:extLst>
          </p:cNvPr>
          <p:cNvSpPr txBox="1">
            <a:spLocks/>
          </p:cNvSpPr>
          <p:nvPr/>
        </p:nvSpPr>
        <p:spPr bwMode="auto">
          <a:xfrm>
            <a:off x="6350" y="3048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4400">
                <a:solidFill>
                  <a:schemeClr val="tx2"/>
                </a:solidFill>
                <a:latin typeface="Berlin Sans FB Demi" panose="020E0602020502020306" pitchFamily="34" charset="77"/>
              </a:rPr>
              <a:t>Identify the Energy </a:t>
            </a:r>
            <a:br>
              <a:rPr lang="en-US" altLang="en-US" sz="4400">
                <a:solidFill>
                  <a:schemeClr val="tx2"/>
                </a:solidFill>
                <a:latin typeface="Berlin Sans FB Demi" panose="020E0602020502020306" pitchFamily="34" charset="77"/>
              </a:rPr>
            </a:br>
            <a:r>
              <a:rPr lang="en-US" altLang="en-US" sz="4400">
                <a:solidFill>
                  <a:schemeClr val="tx2"/>
                </a:solidFill>
                <a:latin typeface="Berlin Sans FB Demi" panose="020E0602020502020306" pitchFamily="34" charset="77"/>
              </a:rPr>
              <a:t>Transformation</a:t>
            </a: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Effect transition="in" filter="fade">
                                      <p:cBhvr>
                                        <p:cTn id="9" dur="1000"/>
                                        <p:tgtEl>
                                          <p:spTgt spid="3"/>
                                        </p:tgtEl>
                                      </p:cBhvr>
                                    </p:animEffect>
                                  </p:childTnLst>
                                </p:cTn>
                              </p:par>
                            </p:childTnLst>
                          </p:cTn>
                        </p:par>
                        <p:par>
                          <p:cTn id="10" fill="hold" nodeType="afterGroup">
                            <p:stCondLst>
                              <p:cond delay="1500"/>
                            </p:stCondLst>
                            <p:childTnLst>
                              <p:par>
                                <p:cTn id="11" presetID="53" presetClass="entr" presetSubtype="16" fill="hold" nodeType="afterEffect">
                                  <p:stCondLst>
                                    <p:cond delay="500"/>
                                  </p:stCondLst>
                                  <p:childTnLst>
                                    <p:set>
                                      <p:cBhvr>
                                        <p:cTn id="12" dur="1" fill="hold">
                                          <p:stCondLst>
                                            <p:cond delay="0"/>
                                          </p:stCondLst>
                                        </p:cTn>
                                        <p:tgtEl>
                                          <p:spTgt spid="186370"/>
                                        </p:tgtEl>
                                        <p:attrNameLst>
                                          <p:attrName>style.visibility</p:attrName>
                                        </p:attrNameLst>
                                      </p:cBhvr>
                                      <p:to>
                                        <p:strVal val="visible"/>
                                      </p:to>
                                    </p:set>
                                    <p:anim calcmode="lin" valueType="num">
                                      <p:cBhvr>
                                        <p:cTn id="13" dur="1000" fill="hold"/>
                                        <p:tgtEl>
                                          <p:spTgt spid="186370"/>
                                        </p:tgtEl>
                                        <p:attrNameLst>
                                          <p:attrName>ppt_w</p:attrName>
                                        </p:attrNameLst>
                                      </p:cBhvr>
                                      <p:tavLst>
                                        <p:tav tm="0">
                                          <p:val>
                                            <p:fltVal val="0"/>
                                          </p:val>
                                        </p:tav>
                                        <p:tav tm="100000">
                                          <p:val>
                                            <p:strVal val="#ppt_w"/>
                                          </p:val>
                                        </p:tav>
                                      </p:tavLst>
                                    </p:anim>
                                    <p:anim calcmode="lin" valueType="num">
                                      <p:cBhvr>
                                        <p:cTn id="14" dur="1000" fill="hold"/>
                                        <p:tgtEl>
                                          <p:spTgt spid="186370"/>
                                        </p:tgtEl>
                                        <p:attrNameLst>
                                          <p:attrName>ppt_h</p:attrName>
                                        </p:attrNameLst>
                                      </p:cBhvr>
                                      <p:tavLst>
                                        <p:tav tm="0">
                                          <p:val>
                                            <p:fltVal val="0"/>
                                          </p:val>
                                        </p:tav>
                                        <p:tav tm="100000">
                                          <p:val>
                                            <p:strVal val="#ppt_h"/>
                                          </p:val>
                                        </p:tav>
                                      </p:tavLst>
                                    </p:anim>
                                    <p:animEffect transition="in" filter="fade">
                                      <p:cBhvr>
                                        <p:cTn id="15" dur="1000"/>
                                        <p:tgtEl>
                                          <p:spTgt spid="186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E19B0582-8DA7-1458-1608-1F8B5CB17028}"/>
              </a:ext>
            </a:extLst>
          </p:cNvPr>
          <p:cNvSpPr>
            <a:spLocks noGrp="1"/>
          </p:cNvSpPr>
          <p:nvPr>
            <p:ph type="title"/>
          </p:nvPr>
        </p:nvSpPr>
        <p:spPr>
          <a:xfrm>
            <a:off x="0" y="152400"/>
            <a:ext cx="9144000" cy="1447800"/>
          </a:xfrm>
        </p:spPr>
        <p:txBody>
          <a:bodyPr/>
          <a:lstStyle/>
          <a:p>
            <a:r>
              <a:rPr lang="en-US" altLang="en-US" sz="3000">
                <a:latin typeface="Berlin Sans FB Demi" panose="020E0602020502020306" pitchFamily="34" charset="77"/>
              </a:rPr>
              <a:t>Identify energy transformations in the illustration below. Include the following: Heat, Light, Mechanical, Electrical, Sound, &amp; Chemical</a:t>
            </a:r>
          </a:p>
        </p:txBody>
      </p:sp>
      <p:pic>
        <p:nvPicPr>
          <p:cNvPr id="61443" name="Picture 17" descr="P5">
            <a:extLst>
              <a:ext uri="{FF2B5EF4-FFF2-40B4-BE49-F238E27FC236}">
                <a16:creationId xmlns:a16="http://schemas.microsoft.com/office/drawing/2014/main" id="{6759E8B8-B9E1-8133-83C7-B1000745B5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057400"/>
            <a:ext cx="8382000" cy="46275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blinds dir="vert"/>
  </p:transition>
</p:sld>
</file>

<file path=ppt/theme/theme1.xml><?xml version="1.0" encoding="utf-8"?>
<a:theme xmlns:a="http://schemas.openxmlformats.org/drawingml/2006/main" name="Cloud skipper design template">
  <a:themeElements>
    <a:clrScheme name="Cloud skipper design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loud skipper design template">
      <a:majorFont>
        <a:latin typeface="Impact"/>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 skipper design 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oud skipper design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oud skipper design 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oud skipper design 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oud skipper design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oud skipper design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oud skipper design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loud skipper design template">
  <a:themeElements>
    <a:clrScheme name="Cloud skipper design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loud skipper design template">
      <a:majorFont>
        <a:latin typeface="Impact"/>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 skipper design 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oud skipper design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oud skipper design 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oud skipper design 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oud skipper design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oud skipper design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oud skipper design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loud skipper design template">
  <a:themeElements>
    <a:clrScheme name="Cloud skipper design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loud skipper design template">
      <a:majorFont>
        <a:latin typeface="Impact"/>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 skipper design 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oud skipper design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oud skipper design 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oud skipper design 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oud skipper design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oud skipper design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oud skipper design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Cloud skipper design template">
  <a:themeElements>
    <a:clrScheme name="Cloud skipper design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loud skipper design template">
      <a:majorFont>
        <a:latin typeface="Impact"/>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 skipper design 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oud skipper design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oud skipper design 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oud skipper design 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oud skipper design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oud skipper design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oud skipper design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Cloud skipper design template</Template>
  <TotalTime>3940</TotalTime>
  <Words>781</Words>
  <Application>Microsoft Office PowerPoint</Application>
  <PresentationFormat>On-screen Show (4:3)</PresentationFormat>
  <Paragraphs>62</Paragraphs>
  <Slides>24</Slides>
  <Notes>1</Notes>
  <HiddenSlides>0</HiddenSlides>
  <MMClips>4</MMClips>
  <ScaleCrop>false</ScaleCrop>
  <HeadingPairs>
    <vt:vector size="4" baseType="variant">
      <vt:variant>
        <vt:lpstr>Theme</vt:lpstr>
      </vt:variant>
      <vt:variant>
        <vt:i4>4</vt:i4>
      </vt:variant>
      <vt:variant>
        <vt:lpstr>Slide Titles</vt:lpstr>
      </vt:variant>
      <vt:variant>
        <vt:i4>24</vt:i4>
      </vt:variant>
    </vt:vector>
  </HeadingPairs>
  <TitlesOfParts>
    <vt:vector size="28" baseType="lpstr">
      <vt:lpstr>Cloud skipper design template</vt:lpstr>
      <vt:lpstr>1_Cloud skipper design template</vt:lpstr>
      <vt:lpstr>2_Cloud skipper design template</vt:lpstr>
      <vt:lpstr>3_Cloud skipper design template</vt:lpstr>
      <vt:lpstr>According to the Law of Conservation of Energy, energy is never created or destroyed, it just changes its form.</vt:lpstr>
      <vt:lpstr>Examples of Transforming Heat (Thermal) Energy</vt:lpstr>
      <vt:lpstr>Examples of Transforming Chemical Energy</vt:lpstr>
      <vt:lpstr>Examples of Transforming Light (Radiant) Energy</vt:lpstr>
      <vt:lpstr>Examples of Transforming Electrical Energy</vt:lpstr>
      <vt:lpstr>Let’s examine the Energy Transformation in riding a bike.</vt:lpstr>
      <vt:lpstr>Energy Transformations  in a Car</vt:lpstr>
      <vt:lpstr>PowerPoint Presentation</vt:lpstr>
      <vt:lpstr>Energy Transfer</vt:lpstr>
      <vt:lpstr>Energy Transformations</vt:lpstr>
      <vt:lpstr>PowerPoint Presentation</vt:lpstr>
      <vt:lpstr>PowerPoint Presentation</vt:lpstr>
      <vt:lpstr>Identify the Energy  Transformation</vt:lpstr>
      <vt:lpstr>Identify the Energy  Transformation</vt:lpstr>
      <vt:lpstr>Identify the Energy  Transformation</vt:lpstr>
      <vt:lpstr>Identify the Energy  Transformation</vt:lpstr>
      <vt:lpstr>Identify the Energy  Transformation</vt:lpstr>
      <vt:lpstr>Identify the Energy  Transformation</vt:lpstr>
      <vt:lpstr>Identify the Energy  Transformation</vt:lpstr>
      <vt:lpstr>Identify the Energy  Transformation</vt:lpstr>
      <vt:lpstr>Identify the Energy  Transformation</vt:lpstr>
      <vt:lpstr>Identify the Energy  Transformation</vt:lpstr>
      <vt:lpstr>PowerPoint Presentation</vt:lpstr>
      <vt:lpstr>Identify energy transformations in the illustration below. Include the following: Heat, Light, Mechanical, Electrical, Sound, &amp; Chemical</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ENERGY</dc:title>
  <dc:creator>TINA SHUTTY</dc:creator>
  <cp:lastModifiedBy>Kamatchi Makg</cp:lastModifiedBy>
  <cp:revision>104</cp:revision>
  <cp:lastPrinted>1601-01-01T00:00:00Z</cp:lastPrinted>
  <dcterms:created xsi:type="dcterms:W3CDTF">2006-10-29T22:39:07Z</dcterms:created>
  <dcterms:modified xsi:type="dcterms:W3CDTF">2023-10-27T07:53:04Z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TC010900251033</vt:lpwstr>
  </property>
</Properties>
</file>